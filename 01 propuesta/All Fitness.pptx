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Afacad Flux Medium"/>
      <p:regular r:id="rId26"/>
      <p:bold r:id="rId27"/>
    </p:embeddedFont>
    <p:embeddedFont>
      <p:font typeface="Afacad Flux"/>
      <p:regular r:id="rId28"/>
      <p:bold r:id="rId29"/>
    </p:embeddedFont>
    <p:embeddedFont>
      <p:font typeface="Afacad Flux ExtraBold"/>
      <p:bold r:id="rId30"/>
    </p:embeddedFont>
    <p:embeddedFont>
      <p:font typeface="Afacad Flux SemiBold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facadFluxMedium-regular.fntdata"/><Relationship Id="rId25" Type="http://schemas.openxmlformats.org/officeDocument/2006/relationships/slide" Target="slides/slide20.xml"/><Relationship Id="rId28" Type="http://schemas.openxmlformats.org/officeDocument/2006/relationships/font" Target="fonts/AfacadFlux-regular.fntdata"/><Relationship Id="rId27" Type="http://schemas.openxmlformats.org/officeDocument/2006/relationships/font" Target="fonts/AfacadFlux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facadFlux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facadFluxSemiBold-regular.fntdata"/><Relationship Id="rId30" Type="http://schemas.openxmlformats.org/officeDocument/2006/relationships/font" Target="fonts/AfacadFluxExtraBold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AfacadFluxSemiBol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f8c35ee6e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f8c35ee6e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f8c35ee6e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f8c35ee6e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f8c35ee6e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f8c35ee6e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f8c35ee6e6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f8c35ee6e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f8c35ee6e6_3_20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f8c35ee6e6_3_20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f8c35ee6e6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f8c35ee6e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f8c35ee6e6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f8c35ee6e6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f8c35ee6e6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f8c35ee6e6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f8c35ee6e6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f8c35ee6e6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f8c35ee6e6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f8c35ee6e6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f8c35ee6e6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f8c35ee6e6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f8c35ee6e6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f8c35ee6e6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f8c35ee6e6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f8c35ee6e6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f8c35ee6e6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3f8c35ee6e6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f8c35ee6e6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3f8c35ee6e6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f8c35ee6e6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3f8c35ee6e6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f8c35ee6e6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3f8c35ee6e6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f8c35ee6e6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3f8c35ee6e6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f8c35ee6e6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3f8c35ee6e6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f8c35ee6e6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3f8c35ee6e6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dular display - Alt 1">
  <p:cSld name="BLANK_1_1_1_1_2_4_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title"/>
          </p:nvPr>
        </p:nvSpPr>
        <p:spPr>
          <a:xfrm>
            <a:off x="137160" y="228600"/>
            <a:ext cx="64803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9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477525" y="3104450"/>
            <a:ext cx="3235800" cy="305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557200" y="1516850"/>
            <a:ext cx="2506200" cy="3057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3" type="subTitle"/>
          </p:nvPr>
        </p:nvSpPr>
        <p:spPr>
          <a:xfrm>
            <a:off x="557200" y="2131638"/>
            <a:ext cx="2506200" cy="3057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4" type="subTitle"/>
          </p:nvPr>
        </p:nvSpPr>
        <p:spPr>
          <a:xfrm>
            <a:off x="557200" y="2746425"/>
            <a:ext cx="2506200" cy="3057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5" type="subTitle"/>
          </p:nvPr>
        </p:nvSpPr>
        <p:spPr>
          <a:xfrm>
            <a:off x="557200" y="3361213"/>
            <a:ext cx="2506200" cy="3057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6" type="subTitle"/>
          </p:nvPr>
        </p:nvSpPr>
        <p:spPr>
          <a:xfrm>
            <a:off x="557200" y="3976000"/>
            <a:ext cx="2506200" cy="3057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8" name="Google Shape;18;p2"/>
          <p:cNvSpPr/>
          <p:nvPr>
            <p:ph idx="7" type="pic"/>
          </p:nvPr>
        </p:nvSpPr>
        <p:spPr>
          <a:xfrm>
            <a:off x="5309675" y="1115175"/>
            <a:ext cx="3575400" cy="1783200"/>
          </a:xfrm>
          <a:prstGeom prst="roundRect">
            <a:avLst>
              <a:gd fmla="val 10917" name="adj"/>
            </a:avLst>
          </a:prstGeom>
          <a:solidFill>
            <a:schemeClr val="dk2"/>
          </a:solidFill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1_1_2_2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137160" y="228600"/>
            <a:ext cx="64803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9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248525" y="2296900"/>
            <a:ext cx="27735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100">
                <a:latin typeface="Afacad Flux"/>
                <a:ea typeface="Afacad Flux"/>
                <a:cs typeface="Afacad Flux"/>
                <a:sym typeface="Afacad Flux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2" type="subTitle"/>
          </p:nvPr>
        </p:nvSpPr>
        <p:spPr>
          <a:xfrm>
            <a:off x="3232200" y="2296900"/>
            <a:ext cx="27735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100">
                <a:latin typeface="Afacad Flux"/>
                <a:ea typeface="Afacad Flux"/>
                <a:cs typeface="Afacad Flux"/>
                <a:sym typeface="Afacad Flux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3" type="subTitle"/>
          </p:nvPr>
        </p:nvSpPr>
        <p:spPr>
          <a:xfrm>
            <a:off x="6215875" y="2296900"/>
            <a:ext cx="27735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100">
                <a:latin typeface="Afacad Flux"/>
                <a:ea typeface="Afacad Flux"/>
                <a:cs typeface="Afacad Flux"/>
                <a:sym typeface="Afacad Flux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ards">
  <p:cSld name="BLANK_1_1_1_1_2_2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137160" y="228600"/>
            <a:ext cx="64803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9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26" name="Google Shape;26;p4"/>
          <p:cNvSpPr/>
          <p:nvPr>
            <p:ph idx="2" type="pic"/>
          </p:nvPr>
        </p:nvSpPr>
        <p:spPr>
          <a:xfrm>
            <a:off x="3354313" y="1302575"/>
            <a:ext cx="2435400" cy="1356000"/>
          </a:xfrm>
          <a:prstGeom prst="roundRect">
            <a:avLst>
              <a:gd fmla="val 22916" name="adj"/>
            </a:avLst>
          </a:prstGeom>
          <a:noFill/>
          <a:ln>
            <a:noFill/>
          </a:ln>
        </p:spPr>
      </p:sp>
      <p:sp>
        <p:nvSpPr>
          <p:cNvPr id="27" name="Google Shape;27;p4"/>
          <p:cNvSpPr txBox="1"/>
          <p:nvPr>
            <p:ph idx="1" type="subTitle"/>
          </p:nvPr>
        </p:nvSpPr>
        <p:spPr>
          <a:xfrm>
            <a:off x="3466363" y="2904025"/>
            <a:ext cx="2211300" cy="1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3" type="body"/>
          </p:nvPr>
        </p:nvSpPr>
        <p:spPr>
          <a:xfrm>
            <a:off x="3466375" y="3345698"/>
            <a:ext cx="22113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" name="Google Shape;29;p4"/>
          <p:cNvSpPr/>
          <p:nvPr>
            <p:ph idx="4" type="pic"/>
          </p:nvPr>
        </p:nvSpPr>
        <p:spPr>
          <a:xfrm>
            <a:off x="437413" y="1302563"/>
            <a:ext cx="2435400" cy="1356000"/>
          </a:xfrm>
          <a:prstGeom prst="roundRect">
            <a:avLst>
              <a:gd fmla="val 22916" name="adj"/>
            </a:avLst>
          </a:prstGeom>
          <a:noFill/>
          <a:ln>
            <a:noFill/>
          </a:ln>
        </p:spPr>
      </p:sp>
      <p:sp>
        <p:nvSpPr>
          <p:cNvPr id="30" name="Google Shape;30;p4"/>
          <p:cNvSpPr txBox="1"/>
          <p:nvPr>
            <p:ph idx="5" type="subTitle"/>
          </p:nvPr>
        </p:nvSpPr>
        <p:spPr>
          <a:xfrm>
            <a:off x="549463" y="2904013"/>
            <a:ext cx="2211300" cy="1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6" type="body"/>
          </p:nvPr>
        </p:nvSpPr>
        <p:spPr>
          <a:xfrm>
            <a:off x="549475" y="3345685"/>
            <a:ext cx="22113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9pPr>
          </a:lstStyle>
          <a:p/>
        </p:txBody>
      </p:sp>
      <p:sp>
        <p:nvSpPr>
          <p:cNvPr id="32" name="Google Shape;32;p4"/>
          <p:cNvSpPr/>
          <p:nvPr>
            <p:ph idx="7" type="pic"/>
          </p:nvPr>
        </p:nvSpPr>
        <p:spPr>
          <a:xfrm>
            <a:off x="6271213" y="1302563"/>
            <a:ext cx="2435400" cy="1356000"/>
          </a:xfrm>
          <a:prstGeom prst="roundRect">
            <a:avLst>
              <a:gd fmla="val 22916" name="adj"/>
            </a:avLst>
          </a:prstGeom>
          <a:noFill/>
          <a:ln>
            <a:noFill/>
          </a:ln>
        </p:spPr>
      </p:sp>
      <p:sp>
        <p:nvSpPr>
          <p:cNvPr id="33" name="Google Shape;33;p4"/>
          <p:cNvSpPr txBox="1"/>
          <p:nvPr>
            <p:ph idx="8" type="subTitle"/>
          </p:nvPr>
        </p:nvSpPr>
        <p:spPr>
          <a:xfrm>
            <a:off x="6383263" y="2904013"/>
            <a:ext cx="2211300" cy="1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9" type="body"/>
          </p:nvPr>
        </p:nvSpPr>
        <p:spPr>
          <a:xfrm>
            <a:off x="6383275" y="3345685"/>
            <a:ext cx="22113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ntainers">
  <p:cSld name="BLANK_1_1_1_1_2_1_1">
    <p:bg>
      <p:bgPr>
        <a:solidFill>
          <a:schemeClr val="accent4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type="title"/>
          </p:nvPr>
        </p:nvSpPr>
        <p:spPr>
          <a:xfrm>
            <a:off x="137160" y="228600"/>
            <a:ext cx="64803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900">
                <a:solidFill>
                  <a:schemeClr val="accen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37" name="Google Shape;37;p5"/>
          <p:cNvSpPr txBox="1"/>
          <p:nvPr/>
        </p:nvSpPr>
        <p:spPr>
          <a:xfrm>
            <a:off x="8434809" y="46307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2"/>
                </a:solidFill>
                <a:latin typeface="Afacad Flux"/>
                <a:ea typeface="Afacad Flux"/>
                <a:cs typeface="Afacad Flux"/>
                <a:sym typeface="Afacad Flux"/>
              </a:rPr>
              <a:t>‹#›</a:t>
            </a:fld>
            <a:endParaRPr sz="700">
              <a:solidFill>
                <a:schemeClr val="dk2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11275" y="2137575"/>
            <a:ext cx="2236200" cy="2542200"/>
          </a:xfrm>
          <a:prstGeom prst="rect">
            <a:avLst/>
          </a:prstGeom>
          <a:noFill/>
        </p:spPr>
        <p:txBody>
          <a:bodyPr anchorCtr="0" anchor="t" bIns="182875" lIns="182875" spcFirstLastPara="1" rIns="182875" wrap="square" tIns="0">
            <a:normAutofit/>
          </a:bodyPr>
          <a:lstStyle>
            <a:lvl1pPr indent="0" lvl="0" marL="228600" marR="88257">
              <a:spcBef>
                <a:spcPts val="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2" type="subTitle"/>
          </p:nvPr>
        </p:nvSpPr>
        <p:spPr>
          <a:xfrm>
            <a:off x="2308388" y="2137575"/>
            <a:ext cx="2236200" cy="2542200"/>
          </a:xfrm>
          <a:prstGeom prst="rect">
            <a:avLst/>
          </a:prstGeom>
          <a:noFill/>
        </p:spPr>
        <p:txBody>
          <a:bodyPr anchorCtr="0" anchor="t" bIns="182875" lIns="182875" spcFirstLastPara="1" rIns="182875" wrap="square" tIns="0">
            <a:normAutofit/>
          </a:bodyPr>
          <a:lstStyle>
            <a:lvl1pPr indent="0" lvl="0" marL="228600" marR="88257">
              <a:spcBef>
                <a:spcPts val="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3" type="subTitle"/>
          </p:nvPr>
        </p:nvSpPr>
        <p:spPr>
          <a:xfrm>
            <a:off x="4608238" y="2137575"/>
            <a:ext cx="2236200" cy="2542200"/>
          </a:xfrm>
          <a:prstGeom prst="rect">
            <a:avLst/>
          </a:prstGeom>
          <a:noFill/>
        </p:spPr>
        <p:txBody>
          <a:bodyPr anchorCtr="0" anchor="t" bIns="182875" lIns="182875" spcFirstLastPara="1" rIns="182875" wrap="square" tIns="0">
            <a:normAutofit/>
          </a:bodyPr>
          <a:lstStyle>
            <a:lvl1pPr indent="0" lvl="0" marL="228600" marR="88257">
              <a:spcBef>
                <a:spcPts val="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4" type="subTitle"/>
          </p:nvPr>
        </p:nvSpPr>
        <p:spPr>
          <a:xfrm>
            <a:off x="6908075" y="2137575"/>
            <a:ext cx="2236200" cy="2542200"/>
          </a:xfrm>
          <a:prstGeom prst="rect">
            <a:avLst/>
          </a:prstGeom>
          <a:noFill/>
        </p:spPr>
        <p:txBody>
          <a:bodyPr anchorCtr="0" anchor="t" bIns="182875" lIns="182875" spcFirstLastPara="1" rIns="182875" wrap="square" tIns="0">
            <a:normAutofit/>
          </a:bodyPr>
          <a:lstStyle>
            <a:lvl1pPr indent="0" lvl="0" marL="228600" marR="88257">
              <a:spcBef>
                <a:spcPts val="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_1_1_1_1_2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228600" y="2063500"/>
            <a:ext cx="8333100" cy="2656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4800">
                <a:latin typeface="Afacad Flux Medium"/>
                <a:ea typeface="Afacad Flux Medium"/>
                <a:cs typeface="Afacad Flux Medium"/>
                <a:sym typeface="Afacad Flux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0" sz="4800">
                <a:latin typeface="Afacad Flux Medium"/>
                <a:ea typeface="Afacad Flux Medium"/>
                <a:cs typeface="Afacad Flux Medium"/>
                <a:sym typeface="Afacad Flux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0" sz="4800">
                <a:latin typeface="Afacad Flux Medium"/>
                <a:ea typeface="Afacad Flux Medium"/>
                <a:cs typeface="Afacad Flux Medium"/>
                <a:sym typeface="Afacad Flux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0" sz="4800">
                <a:latin typeface="Afacad Flux Medium"/>
                <a:ea typeface="Afacad Flux Medium"/>
                <a:cs typeface="Afacad Flux Medium"/>
                <a:sym typeface="Afacad Flux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0" sz="4800">
                <a:latin typeface="Afacad Flux Medium"/>
                <a:ea typeface="Afacad Flux Medium"/>
                <a:cs typeface="Afacad Flux Medium"/>
                <a:sym typeface="Afacad Flux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0" sz="4800">
                <a:latin typeface="Afacad Flux Medium"/>
                <a:ea typeface="Afacad Flux Medium"/>
                <a:cs typeface="Afacad Flux Medium"/>
                <a:sym typeface="Afacad Flux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0" sz="4800">
                <a:latin typeface="Afacad Flux Medium"/>
                <a:ea typeface="Afacad Flux Medium"/>
                <a:cs typeface="Afacad Flux Medium"/>
                <a:sym typeface="Afacad Flux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0" sz="4800">
                <a:latin typeface="Afacad Flux Medium"/>
                <a:ea typeface="Afacad Flux Medium"/>
                <a:cs typeface="Afacad Flux Medium"/>
                <a:sym typeface="Afacad Flux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0" sz="4800">
                <a:latin typeface="Afacad Flux Medium"/>
                <a:ea typeface="Afacad Flux Medium"/>
                <a:cs typeface="Afacad Flux Medium"/>
                <a:sym typeface="Afacad Flux Medium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2" type="title"/>
          </p:nvPr>
        </p:nvSpPr>
        <p:spPr>
          <a:xfrm>
            <a:off x="7673150" y="394400"/>
            <a:ext cx="1193700" cy="3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Afacad Flux Medium"/>
                <a:ea typeface="Afacad Flux Medium"/>
                <a:cs typeface="Afacad Flux Medium"/>
                <a:sym typeface="Afacad Flux Medium"/>
              </a:defRPr>
            </a:lvl1pPr>
            <a:lvl2pPr lvl="1"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  <a:defRPr sz="17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1">
  <p:cSld name="BLANK_1_1_1_1_1_1_2_1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/>
          <p:nvPr/>
        </p:nvSpPr>
        <p:spPr>
          <a:xfrm rot="-5400000">
            <a:off x="4127625" y="2902800"/>
            <a:ext cx="3093600" cy="13878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47" name="Google Shape;47;p7"/>
          <p:cNvSpPr/>
          <p:nvPr/>
        </p:nvSpPr>
        <p:spPr>
          <a:xfrm rot="-5400000">
            <a:off x="5515450" y="2902800"/>
            <a:ext cx="3093600" cy="13878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48" name="Google Shape;48;p7"/>
          <p:cNvSpPr/>
          <p:nvPr/>
        </p:nvSpPr>
        <p:spPr>
          <a:xfrm rot="-2220703">
            <a:off x="-226496" y="2528351"/>
            <a:ext cx="4023732" cy="1997707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49" name="Google Shape;49;p7"/>
          <p:cNvSpPr/>
          <p:nvPr/>
        </p:nvSpPr>
        <p:spPr>
          <a:xfrm>
            <a:off x="7060250" y="0"/>
            <a:ext cx="2083800" cy="2086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50" name="Google Shape;50;p7"/>
          <p:cNvSpPr txBox="1"/>
          <p:nvPr>
            <p:ph type="title"/>
          </p:nvPr>
        </p:nvSpPr>
        <p:spPr>
          <a:xfrm>
            <a:off x="137160" y="228600"/>
            <a:ext cx="6480300" cy="14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9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51" name="Google Shape;51;p7"/>
          <p:cNvSpPr/>
          <p:nvPr/>
        </p:nvSpPr>
        <p:spPr>
          <a:xfrm rot="-5400000">
            <a:off x="2739800" y="2902800"/>
            <a:ext cx="3093600" cy="13878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52" name="Google Shape;52;p7"/>
          <p:cNvSpPr/>
          <p:nvPr/>
        </p:nvSpPr>
        <p:spPr>
          <a:xfrm rot="-5400000">
            <a:off x="6903275" y="2902800"/>
            <a:ext cx="3093600" cy="13878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ight cards">
  <p:cSld name="BLANK_1_1_1_1_1_1_2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137150" y="228600"/>
            <a:ext cx="6480300" cy="8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9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" type="subTitle"/>
          </p:nvPr>
        </p:nvSpPr>
        <p:spPr>
          <a:xfrm>
            <a:off x="432650" y="1604000"/>
            <a:ext cx="1711800" cy="16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2" type="body"/>
          </p:nvPr>
        </p:nvSpPr>
        <p:spPr>
          <a:xfrm>
            <a:off x="432650" y="1811750"/>
            <a:ext cx="1711800" cy="81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57" name="Google Shape;57;p8"/>
          <p:cNvSpPr txBox="1"/>
          <p:nvPr>
            <p:ph idx="3" type="subTitle"/>
          </p:nvPr>
        </p:nvSpPr>
        <p:spPr>
          <a:xfrm>
            <a:off x="438875" y="3449150"/>
            <a:ext cx="1711800" cy="16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4" type="body"/>
          </p:nvPr>
        </p:nvSpPr>
        <p:spPr>
          <a:xfrm>
            <a:off x="438875" y="3656900"/>
            <a:ext cx="1711800" cy="81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59" name="Google Shape;59;p8"/>
          <p:cNvSpPr txBox="1"/>
          <p:nvPr>
            <p:ph idx="5" type="subTitle"/>
          </p:nvPr>
        </p:nvSpPr>
        <p:spPr>
          <a:xfrm>
            <a:off x="2621613" y="1604000"/>
            <a:ext cx="1711800" cy="16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6" type="body"/>
          </p:nvPr>
        </p:nvSpPr>
        <p:spPr>
          <a:xfrm>
            <a:off x="2621613" y="1811750"/>
            <a:ext cx="1711800" cy="81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61" name="Google Shape;61;p8"/>
          <p:cNvSpPr txBox="1"/>
          <p:nvPr>
            <p:ph idx="7" type="subTitle"/>
          </p:nvPr>
        </p:nvSpPr>
        <p:spPr>
          <a:xfrm>
            <a:off x="2627850" y="3449150"/>
            <a:ext cx="1711800" cy="16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62" name="Google Shape;62;p8"/>
          <p:cNvSpPr txBox="1"/>
          <p:nvPr>
            <p:ph idx="8" type="body"/>
          </p:nvPr>
        </p:nvSpPr>
        <p:spPr>
          <a:xfrm>
            <a:off x="2627850" y="3656900"/>
            <a:ext cx="1711800" cy="81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63" name="Google Shape;63;p8"/>
          <p:cNvSpPr txBox="1"/>
          <p:nvPr>
            <p:ph idx="9" type="subTitle"/>
          </p:nvPr>
        </p:nvSpPr>
        <p:spPr>
          <a:xfrm>
            <a:off x="4810588" y="1604000"/>
            <a:ext cx="1711800" cy="16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13" type="body"/>
          </p:nvPr>
        </p:nvSpPr>
        <p:spPr>
          <a:xfrm>
            <a:off x="4810588" y="1811750"/>
            <a:ext cx="1711800" cy="81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65" name="Google Shape;65;p8"/>
          <p:cNvSpPr txBox="1"/>
          <p:nvPr>
            <p:ph idx="14" type="subTitle"/>
          </p:nvPr>
        </p:nvSpPr>
        <p:spPr>
          <a:xfrm>
            <a:off x="4813700" y="3449150"/>
            <a:ext cx="1711800" cy="16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66" name="Google Shape;66;p8"/>
          <p:cNvSpPr txBox="1"/>
          <p:nvPr>
            <p:ph idx="15" type="body"/>
          </p:nvPr>
        </p:nvSpPr>
        <p:spPr>
          <a:xfrm>
            <a:off x="4813700" y="3656900"/>
            <a:ext cx="1711800" cy="81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67" name="Google Shape;67;p8"/>
          <p:cNvSpPr txBox="1"/>
          <p:nvPr>
            <p:ph idx="16" type="subTitle"/>
          </p:nvPr>
        </p:nvSpPr>
        <p:spPr>
          <a:xfrm>
            <a:off x="6999550" y="1604000"/>
            <a:ext cx="1711800" cy="16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68" name="Google Shape;68;p8"/>
          <p:cNvSpPr txBox="1"/>
          <p:nvPr>
            <p:ph idx="17" type="body"/>
          </p:nvPr>
        </p:nvSpPr>
        <p:spPr>
          <a:xfrm>
            <a:off x="6999550" y="1811750"/>
            <a:ext cx="1711800" cy="81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69" name="Google Shape;69;p8"/>
          <p:cNvSpPr txBox="1"/>
          <p:nvPr>
            <p:ph idx="18" type="subTitle"/>
          </p:nvPr>
        </p:nvSpPr>
        <p:spPr>
          <a:xfrm>
            <a:off x="7005800" y="3449150"/>
            <a:ext cx="1711800" cy="16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70" name="Google Shape;70;p8"/>
          <p:cNvSpPr txBox="1"/>
          <p:nvPr>
            <p:ph idx="19" type="body"/>
          </p:nvPr>
        </p:nvSpPr>
        <p:spPr>
          <a:xfrm>
            <a:off x="7005800" y="3656900"/>
            <a:ext cx="1711800" cy="81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ith images">
  <p:cSld name="BLANK_1_1_1_1_1_1_2_1_1_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"/>
          <p:cNvSpPr txBox="1"/>
          <p:nvPr>
            <p:ph type="title"/>
          </p:nvPr>
        </p:nvSpPr>
        <p:spPr>
          <a:xfrm>
            <a:off x="137150" y="228600"/>
            <a:ext cx="6480300" cy="8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9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73" name="Google Shape;73;p9"/>
          <p:cNvSpPr txBox="1"/>
          <p:nvPr>
            <p:ph idx="1" type="subTitle"/>
          </p:nvPr>
        </p:nvSpPr>
        <p:spPr>
          <a:xfrm>
            <a:off x="438875" y="3276043"/>
            <a:ext cx="1711800" cy="16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74" name="Google Shape;74;p9"/>
          <p:cNvSpPr txBox="1"/>
          <p:nvPr>
            <p:ph idx="2" type="body"/>
          </p:nvPr>
        </p:nvSpPr>
        <p:spPr>
          <a:xfrm>
            <a:off x="438875" y="3656900"/>
            <a:ext cx="1711800" cy="66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75" name="Google Shape;75;p9"/>
          <p:cNvSpPr txBox="1"/>
          <p:nvPr>
            <p:ph idx="3" type="subTitle"/>
          </p:nvPr>
        </p:nvSpPr>
        <p:spPr>
          <a:xfrm>
            <a:off x="2630975" y="1803668"/>
            <a:ext cx="1711800" cy="16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76" name="Google Shape;76;p9"/>
          <p:cNvSpPr txBox="1"/>
          <p:nvPr>
            <p:ph idx="4" type="body"/>
          </p:nvPr>
        </p:nvSpPr>
        <p:spPr>
          <a:xfrm>
            <a:off x="2630975" y="2184525"/>
            <a:ext cx="1711800" cy="66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77" name="Google Shape;77;p9"/>
          <p:cNvSpPr txBox="1"/>
          <p:nvPr>
            <p:ph idx="5" type="subTitle"/>
          </p:nvPr>
        </p:nvSpPr>
        <p:spPr>
          <a:xfrm>
            <a:off x="4821925" y="3269293"/>
            <a:ext cx="1711800" cy="16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78" name="Google Shape;78;p9"/>
          <p:cNvSpPr txBox="1"/>
          <p:nvPr>
            <p:ph idx="6" type="body"/>
          </p:nvPr>
        </p:nvSpPr>
        <p:spPr>
          <a:xfrm>
            <a:off x="4821925" y="3650150"/>
            <a:ext cx="1711800" cy="66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79" name="Google Shape;79;p9"/>
          <p:cNvSpPr txBox="1"/>
          <p:nvPr>
            <p:ph idx="7" type="subTitle"/>
          </p:nvPr>
        </p:nvSpPr>
        <p:spPr>
          <a:xfrm>
            <a:off x="7015175" y="1803668"/>
            <a:ext cx="1711800" cy="16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80" name="Google Shape;80;p9"/>
          <p:cNvSpPr txBox="1"/>
          <p:nvPr>
            <p:ph idx="8" type="body"/>
          </p:nvPr>
        </p:nvSpPr>
        <p:spPr>
          <a:xfrm>
            <a:off x="7015175" y="2184525"/>
            <a:ext cx="1711800" cy="66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81" name="Google Shape;81;p9"/>
          <p:cNvSpPr/>
          <p:nvPr>
            <p:ph idx="9" type="pic"/>
          </p:nvPr>
        </p:nvSpPr>
        <p:spPr>
          <a:xfrm>
            <a:off x="4618950" y="1116450"/>
            <a:ext cx="2085600" cy="13533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</p:sp>
      <p:sp>
        <p:nvSpPr>
          <p:cNvPr id="82" name="Google Shape;82;p9"/>
          <p:cNvSpPr/>
          <p:nvPr>
            <p:ph idx="13" type="pic"/>
          </p:nvPr>
        </p:nvSpPr>
        <p:spPr>
          <a:xfrm>
            <a:off x="243750" y="1116450"/>
            <a:ext cx="2085600" cy="13533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</p:sp>
      <p:sp>
        <p:nvSpPr>
          <p:cNvPr id="83" name="Google Shape;83;p9"/>
          <p:cNvSpPr/>
          <p:nvPr>
            <p:ph idx="14" type="pic"/>
          </p:nvPr>
        </p:nvSpPr>
        <p:spPr>
          <a:xfrm>
            <a:off x="2423725" y="3336138"/>
            <a:ext cx="2085600" cy="13533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</p:sp>
      <p:sp>
        <p:nvSpPr>
          <p:cNvPr id="84" name="Google Shape;84;p9"/>
          <p:cNvSpPr/>
          <p:nvPr>
            <p:ph idx="15" type="pic"/>
          </p:nvPr>
        </p:nvSpPr>
        <p:spPr>
          <a:xfrm>
            <a:off x="6802800" y="3336150"/>
            <a:ext cx="1984200" cy="13533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704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Bubbles">
  <p:cSld name="BLANK_1_1_1_1_1_1_1_1_1_2_1_1">
    <p:bg>
      <p:bgPr>
        <a:solidFill>
          <a:schemeClr val="dk2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>
            <p:ph idx="1" type="subTitle"/>
          </p:nvPr>
        </p:nvSpPr>
        <p:spPr>
          <a:xfrm>
            <a:off x="3375" y="795100"/>
            <a:ext cx="3303600" cy="4527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7" name="Google Shape;87;p10"/>
          <p:cNvSpPr txBox="1"/>
          <p:nvPr>
            <p:ph idx="2" type="subTitle"/>
          </p:nvPr>
        </p:nvSpPr>
        <p:spPr>
          <a:xfrm>
            <a:off x="2967150" y="795100"/>
            <a:ext cx="3303600" cy="4527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88" name="Google Shape;88;p10"/>
          <p:cNvSpPr txBox="1"/>
          <p:nvPr>
            <p:ph idx="3" type="subTitle"/>
          </p:nvPr>
        </p:nvSpPr>
        <p:spPr>
          <a:xfrm>
            <a:off x="5836575" y="795100"/>
            <a:ext cx="3303600" cy="4527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89" name="Google Shape;89;p10"/>
          <p:cNvSpPr txBox="1"/>
          <p:nvPr>
            <p:ph idx="4" type="subTitle"/>
          </p:nvPr>
        </p:nvSpPr>
        <p:spPr>
          <a:xfrm>
            <a:off x="3600" y="2273650"/>
            <a:ext cx="3303600" cy="4527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5" type="subTitle"/>
          </p:nvPr>
        </p:nvSpPr>
        <p:spPr>
          <a:xfrm>
            <a:off x="2967375" y="2273650"/>
            <a:ext cx="3303600" cy="4527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6" type="subTitle"/>
          </p:nvPr>
        </p:nvSpPr>
        <p:spPr>
          <a:xfrm>
            <a:off x="5836800" y="2273650"/>
            <a:ext cx="3303600" cy="4527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2" name="Google Shape;92;p10"/>
          <p:cNvSpPr txBox="1"/>
          <p:nvPr>
            <p:ph idx="7" type="subTitle"/>
          </p:nvPr>
        </p:nvSpPr>
        <p:spPr>
          <a:xfrm>
            <a:off x="3600" y="3766050"/>
            <a:ext cx="3303600" cy="4527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93" name="Google Shape;93;p10"/>
          <p:cNvSpPr txBox="1"/>
          <p:nvPr>
            <p:ph idx="8" type="subTitle"/>
          </p:nvPr>
        </p:nvSpPr>
        <p:spPr>
          <a:xfrm>
            <a:off x="2967375" y="3766050"/>
            <a:ext cx="3303600" cy="4527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4" name="Google Shape;94;p10"/>
          <p:cNvSpPr txBox="1"/>
          <p:nvPr>
            <p:ph idx="9" type="subTitle"/>
          </p:nvPr>
        </p:nvSpPr>
        <p:spPr>
          <a:xfrm>
            <a:off x="5836800" y="3766050"/>
            <a:ext cx="3303600" cy="4527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 ALT 1">
  <p:cSld name="CUSTOM_3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/>
          <p:nvPr>
            <p:ph type="title"/>
          </p:nvPr>
        </p:nvSpPr>
        <p:spPr>
          <a:xfrm>
            <a:off x="137160" y="228600"/>
            <a:ext cx="64803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9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1" type="body"/>
          </p:nvPr>
        </p:nvSpPr>
        <p:spPr>
          <a:xfrm>
            <a:off x="4541200" y="3027628"/>
            <a:ext cx="2261700" cy="1292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2" type="subTitle"/>
          </p:nvPr>
        </p:nvSpPr>
        <p:spPr>
          <a:xfrm>
            <a:off x="4461225" y="2399875"/>
            <a:ext cx="2199900" cy="51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99" name="Google Shape;99;p11"/>
          <p:cNvSpPr txBox="1"/>
          <p:nvPr>
            <p:ph idx="3" type="body"/>
          </p:nvPr>
        </p:nvSpPr>
        <p:spPr>
          <a:xfrm>
            <a:off x="529800" y="3788256"/>
            <a:ext cx="3230400" cy="8955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4" type="subTitle"/>
          </p:nvPr>
        </p:nvSpPr>
        <p:spPr>
          <a:xfrm>
            <a:off x="529800" y="3340283"/>
            <a:ext cx="3153000" cy="2901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01" name="Google Shape;101;p11"/>
          <p:cNvSpPr/>
          <p:nvPr>
            <p:ph idx="5" type="pic"/>
          </p:nvPr>
        </p:nvSpPr>
        <p:spPr>
          <a:xfrm>
            <a:off x="246888" y="1112076"/>
            <a:ext cx="3819900" cy="1802100"/>
          </a:xfrm>
          <a:prstGeom prst="roundRect">
            <a:avLst>
              <a:gd fmla="val 19372" name="adj"/>
            </a:avLst>
          </a:prstGeom>
          <a:solidFill>
            <a:schemeClr val="dk2"/>
          </a:solidFill>
          <a:ln>
            <a:noFill/>
          </a:ln>
        </p:spPr>
      </p:sp>
      <p:sp>
        <p:nvSpPr>
          <p:cNvPr id="102" name="Google Shape;102;p11"/>
          <p:cNvSpPr/>
          <p:nvPr>
            <p:ph idx="6" type="pic"/>
          </p:nvPr>
        </p:nvSpPr>
        <p:spPr>
          <a:xfrm>
            <a:off x="7184100" y="1112075"/>
            <a:ext cx="1731300" cy="3571800"/>
          </a:xfrm>
          <a:prstGeom prst="roundRect">
            <a:avLst>
              <a:gd fmla="val 18739" name="adj"/>
            </a:avLst>
          </a:prstGeom>
          <a:solidFill>
            <a:schemeClr val="dk2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08">
          <p15:clr>
            <a:srgbClr val="E46962"/>
          </p15:clr>
        </p15:guide>
        <p15:guide id="2" pos="334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BLANK_1_1_1_1_1_1_1_1_1_1_1_1_1_1_1_1_1_1_1_2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2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oundRect">
            <a:avLst>
              <a:gd fmla="val 0" name="adj"/>
            </a:avLst>
          </a:prstGeom>
          <a:solidFill>
            <a:schemeClr val="dk2"/>
          </a:solidFill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 ALT 3">
  <p:cSld name="BLANK_1_1_1_1_1_1_1_1_1_1_1_1_1_1_1_1_1_1_1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/>
          <p:nvPr>
            <p:ph type="title"/>
          </p:nvPr>
        </p:nvSpPr>
        <p:spPr>
          <a:xfrm>
            <a:off x="137160" y="228600"/>
            <a:ext cx="64803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9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07" name="Google Shape;107;p13"/>
          <p:cNvSpPr/>
          <p:nvPr>
            <p:ph idx="2" type="pic"/>
          </p:nvPr>
        </p:nvSpPr>
        <p:spPr>
          <a:xfrm>
            <a:off x="228700" y="1186575"/>
            <a:ext cx="1655100" cy="1659600"/>
          </a:xfrm>
          <a:prstGeom prst="teardrop">
            <a:avLst>
              <a:gd fmla="val 100000" name="adj"/>
            </a:avLst>
          </a:prstGeom>
          <a:solidFill>
            <a:schemeClr val="dk2"/>
          </a:solidFill>
          <a:ln>
            <a:noFill/>
          </a:ln>
        </p:spPr>
      </p:sp>
      <p:sp>
        <p:nvSpPr>
          <p:cNvPr id="108" name="Google Shape;108;p13"/>
          <p:cNvSpPr/>
          <p:nvPr>
            <p:ph idx="3" type="pic"/>
          </p:nvPr>
        </p:nvSpPr>
        <p:spPr>
          <a:xfrm>
            <a:off x="228600" y="3022029"/>
            <a:ext cx="1655100" cy="1659600"/>
          </a:xfrm>
          <a:prstGeom prst="roundRect">
            <a:avLst>
              <a:gd fmla="val 12203" name="adj"/>
            </a:avLst>
          </a:prstGeom>
          <a:solidFill>
            <a:schemeClr val="dk2"/>
          </a:solidFill>
          <a:ln>
            <a:noFill/>
          </a:ln>
        </p:spPr>
      </p:sp>
      <p:sp>
        <p:nvSpPr>
          <p:cNvPr id="109" name="Google Shape;109;p13"/>
          <p:cNvSpPr/>
          <p:nvPr>
            <p:ph idx="4" type="pic"/>
          </p:nvPr>
        </p:nvSpPr>
        <p:spPr>
          <a:xfrm>
            <a:off x="2040400" y="1186575"/>
            <a:ext cx="1568400" cy="34950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</p:sp>
      <p:sp>
        <p:nvSpPr>
          <p:cNvPr id="110" name="Google Shape;110;p13"/>
          <p:cNvSpPr/>
          <p:nvPr>
            <p:ph idx="5" type="pic"/>
          </p:nvPr>
        </p:nvSpPr>
        <p:spPr>
          <a:xfrm>
            <a:off x="3759350" y="1186575"/>
            <a:ext cx="3437100" cy="3495000"/>
          </a:xfrm>
          <a:prstGeom prst="roundRect">
            <a:avLst>
              <a:gd fmla="val 12203" name="adj"/>
            </a:avLst>
          </a:prstGeom>
          <a:solidFill>
            <a:schemeClr val="dk2"/>
          </a:solidFill>
          <a:ln>
            <a:noFill/>
          </a:ln>
        </p:spPr>
      </p:sp>
      <p:sp>
        <p:nvSpPr>
          <p:cNvPr id="111" name="Google Shape;111;p13"/>
          <p:cNvSpPr/>
          <p:nvPr>
            <p:ph idx="6" type="pic"/>
          </p:nvPr>
        </p:nvSpPr>
        <p:spPr>
          <a:xfrm>
            <a:off x="7347000" y="1186575"/>
            <a:ext cx="1568400" cy="34950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ALT 2">
  <p:cSld name="CUSTOM_7_1_1_1_1_1_1_1_1_1_1_1_1_1_1_1_1_3_2_1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4"/>
          <p:cNvSpPr txBox="1"/>
          <p:nvPr>
            <p:ph type="title"/>
          </p:nvPr>
        </p:nvSpPr>
        <p:spPr>
          <a:xfrm>
            <a:off x="137154" y="228600"/>
            <a:ext cx="3682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9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14" name="Google Shape;114;p14"/>
          <p:cNvSpPr txBox="1"/>
          <p:nvPr>
            <p:ph idx="1" type="body"/>
          </p:nvPr>
        </p:nvSpPr>
        <p:spPr>
          <a:xfrm>
            <a:off x="246925" y="2825125"/>
            <a:ext cx="3776100" cy="18585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115" name="Google Shape;115;p14"/>
          <p:cNvSpPr txBox="1"/>
          <p:nvPr>
            <p:ph idx="2" type="title"/>
          </p:nvPr>
        </p:nvSpPr>
        <p:spPr>
          <a:xfrm>
            <a:off x="246925" y="2400600"/>
            <a:ext cx="1356000" cy="32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Afacad Flux Medium"/>
                <a:ea typeface="Afacad Flux Medium"/>
                <a:cs typeface="Afacad Flux Medium"/>
                <a:sym typeface="Afacad Flux Medium"/>
              </a:defRPr>
            </a:lvl1pPr>
            <a:lvl2pPr lvl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16" name="Google Shape;116;p14"/>
          <p:cNvSpPr txBox="1"/>
          <p:nvPr>
            <p:ph idx="3" type="title"/>
          </p:nvPr>
        </p:nvSpPr>
        <p:spPr>
          <a:xfrm>
            <a:off x="1637425" y="2400600"/>
            <a:ext cx="1053900" cy="32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Afacad Flux Medium"/>
                <a:ea typeface="Afacad Flux Medium"/>
                <a:cs typeface="Afacad Flux Medium"/>
                <a:sym typeface="Afacad Flux Medium"/>
              </a:defRPr>
            </a:lvl1pPr>
            <a:lvl2pPr lvl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17" name="Google Shape;117;p14"/>
          <p:cNvSpPr/>
          <p:nvPr>
            <p:ph idx="4" type="pic"/>
          </p:nvPr>
        </p:nvSpPr>
        <p:spPr>
          <a:xfrm>
            <a:off x="4618950" y="457200"/>
            <a:ext cx="4296600" cy="4226400"/>
          </a:xfrm>
          <a:prstGeom prst="roundRect">
            <a:avLst>
              <a:gd fmla="val 12203" name="adj"/>
            </a:avLst>
          </a:prstGeom>
          <a:solidFill>
            <a:schemeClr val="dk2"/>
          </a:solidFill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CUSTOM_7_1_1_1_1_1_1_1_1_1_1_1_1_1_1_1_1_3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"/>
          <p:cNvSpPr txBox="1"/>
          <p:nvPr>
            <p:ph type="title"/>
          </p:nvPr>
        </p:nvSpPr>
        <p:spPr>
          <a:xfrm>
            <a:off x="137154" y="228600"/>
            <a:ext cx="3682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9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20" name="Google Shape;120;p15"/>
          <p:cNvSpPr txBox="1"/>
          <p:nvPr>
            <p:ph idx="1" type="body"/>
          </p:nvPr>
        </p:nvSpPr>
        <p:spPr>
          <a:xfrm>
            <a:off x="228600" y="2363125"/>
            <a:ext cx="3388200" cy="232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9pPr>
          </a:lstStyle>
          <a:p/>
        </p:txBody>
      </p:sp>
      <p:sp>
        <p:nvSpPr>
          <p:cNvPr id="121" name="Google Shape;121;p15"/>
          <p:cNvSpPr/>
          <p:nvPr>
            <p:ph idx="2" type="pic"/>
          </p:nvPr>
        </p:nvSpPr>
        <p:spPr>
          <a:xfrm rot="10800000">
            <a:off x="4290750" y="0"/>
            <a:ext cx="2304300" cy="3443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2"/>
          </a:solidFill>
          <a:ln>
            <a:noFill/>
          </a:ln>
        </p:spPr>
      </p:sp>
      <p:sp>
        <p:nvSpPr>
          <p:cNvPr id="122" name="Google Shape;122;p15"/>
          <p:cNvSpPr/>
          <p:nvPr>
            <p:ph idx="3" type="pic"/>
          </p:nvPr>
        </p:nvSpPr>
        <p:spPr>
          <a:xfrm>
            <a:off x="6601200" y="0"/>
            <a:ext cx="2308200" cy="51435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ALT 1">
  <p:cSld name="CUSTOM_7_1_1_1_1_1_1_1_1_1_1_1_1_1_1_1_1_1_1">
    <p:bg>
      <p:bgPr>
        <a:solidFill>
          <a:schemeClr val="dk2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16"/>
          <p:cNvSpPr txBox="1"/>
          <p:nvPr>
            <p:ph type="title"/>
          </p:nvPr>
        </p:nvSpPr>
        <p:spPr>
          <a:xfrm>
            <a:off x="228600" y="251551"/>
            <a:ext cx="6665700" cy="262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8000">
                <a:latin typeface="Afacad Flux Medium"/>
                <a:ea typeface="Afacad Flux Medium"/>
                <a:cs typeface="Afacad Flux Medium"/>
                <a:sym typeface="Afacad Flux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9pPr>
          </a:lstStyle>
          <a:p/>
        </p:txBody>
      </p:sp>
      <p:sp>
        <p:nvSpPr>
          <p:cNvPr id="126" name="Google Shape;126;p16"/>
          <p:cNvSpPr/>
          <p:nvPr/>
        </p:nvSpPr>
        <p:spPr>
          <a:xfrm>
            <a:off x="7643450" y="394401"/>
            <a:ext cx="1253100" cy="316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Afacad Flux Medium"/>
              <a:ea typeface="Afacad Flux Medium"/>
              <a:cs typeface="Afacad Flux Medium"/>
              <a:sym typeface="Afacad Flux Medium"/>
            </a:endParaRPr>
          </a:p>
        </p:txBody>
      </p:sp>
      <p:sp>
        <p:nvSpPr>
          <p:cNvPr id="127" name="Google Shape;127;p16"/>
          <p:cNvSpPr txBox="1"/>
          <p:nvPr>
            <p:ph idx="1" type="subTitle"/>
          </p:nvPr>
        </p:nvSpPr>
        <p:spPr>
          <a:xfrm>
            <a:off x="7730000" y="407600"/>
            <a:ext cx="1080000" cy="290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28" name="Google Shape;128;p16"/>
          <p:cNvSpPr txBox="1"/>
          <p:nvPr>
            <p:ph idx="3" type="subTitle"/>
          </p:nvPr>
        </p:nvSpPr>
        <p:spPr>
          <a:xfrm>
            <a:off x="-104075" y="4248500"/>
            <a:ext cx="1728000" cy="2901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29" name="Google Shape;129;p16"/>
          <p:cNvSpPr txBox="1"/>
          <p:nvPr>
            <p:ph idx="4" type="subTitle"/>
          </p:nvPr>
        </p:nvSpPr>
        <p:spPr>
          <a:xfrm>
            <a:off x="1381975" y="4248500"/>
            <a:ext cx="1728000" cy="2901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30" name="Google Shape;130;p16"/>
          <p:cNvSpPr txBox="1"/>
          <p:nvPr>
            <p:ph idx="5" type="subTitle"/>
          </p:nvPr>
        </p:nvSpPr>
        <p:spPr>
          <a:xfrm>
            <a:off x="3081175" y="4248500"/>
            <a:ext cx="1728000" cy="2901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CUSTOM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/>
          <p:nvPr/>
        </p:nvSpPr>
        <p:spPr>
          <a:xfrm>
            <a:off x="262950" y="1852175"/>
            <a:ext cx="2311800" cy="28275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14300" marR="199572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200"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2663162" y="3512350"/>
            <a:ext cx="1600200" cy="11718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Afacad Flux Medium"/>
              <a:ea typeface="Afacad Flux Medium"/>
              <a:cs typeface="Afacad Flux Medium"/>
              <a:sym typeface="Afacad Flux Medium"/>
            </a:endParaRPr>
          </a:p>
        </p:txBody>
      </p:sp>
      <p:sp>
        <p:nvSpPr>
          <p:cNvPr id="134" name="Google Shape;134;p17"/>
          <p:cNvSpPr txBox="1"/>
          <p:nvPr>
            <p:ph type="title"/>
          </p:nvPr>
        </p:nvSpPr>
        <p:spPr>
          <a:xfrm>
            <a:off x="143375" y="226075"/>
            <a:ext cx="6471000" cy="12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Afacad Flux"/>
              <a:buNone/>
              <a:defRPr sz="3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35" name="Google Shape;135;p17"/>
          <p:cNvSpPr/>
          <p:nvPr/>
        </p:nvSpPr>
        <p:spPr>
          <a:xfrm flipH="1">
            <a:off x="2663150" y="1852175"/>
            <a:ext cx="1600200" cy="1600200"/>
          </a:xfrm>
          <a:prstGeom prst="teardrop">
            <a:avLst>
              <a:gd fmla="val 10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136" name="Google Shape;136;p17"/>
          <p:cNvSpPr txBox="1"/>
          <p:nvPr>
            <p:ph idx="1" type="body"/>
          </p:nvPr>
        </p:nvSpPr>
        <p:spPr>
          <a:xfrm>
            <a:off x="262950" y="1852175"/>
            <a:ext cx="2311800" cy="2840400"/>
          </a:xfrm>
          <a:prstGeom prst="rect">
            <a:avLst/>
          </a:prstGeom>
        </p:spPr>
        <p:txBody>
          <a:bodyPr anchorCtr="0" anchor="t" bIns="274300" lIns="182875" spcFirstLastPara="1" rIns="182875" wrap="square" tIns="365750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9pPr>
          </a:lstStyle>
          <a:p/>
        </p:txBody>
      </p:sp>
      <p:sp>
        <p:nvSpPr>
          <p:cNvPr id="137" name="Google Shape;137;p17"/>
          <p:cNvSpPr/>
          <p:nvPr>
            <p:ph idx="2" type="pic"/>
          </p:nvPr>
        </p:nvSpPr>
        <p:spPr>
          <a:xfrm>
            <a:off x="4424075" y="1895400"/>
            <a:ext cx="4491600" cy="2788200"/>
          </a:xfrm>
          <a:prstGeom prst="roundRect">
            <a:avLst>
              <a:gd fmla="val 15847" name="adj"/>
            </a:avLst>
          </a:prstGeom>
          <a:solidFill>
            <a:schemeClr val="dk2"/>
          </a:solidFill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avorite tools">
  <p:cSld name="CUSTOM_4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 txBox="1"/>
          <p:nvPr>
            <p:ph type="title"/>
          </p:nvPr>
        </p:nvSpPr>
        <p:spPr>
          <a:xfrm>
            <a:off x="137153" y="228600"/>
            <a:ext cx="4387800" cy="15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9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40" name="Google Shape;140;p18"/>
          <p:cNvSpPr txBox="1"/>
          <p:nvPr>
            <p:ph idx="1" type="body"/>
          </p:nvPr>
        </p:nvSpPr>
        <p:spPr>
          <a:xfrm>
            <a:off x="481825" y="3510500"/>
            <a:ext cx="1652700" cy="895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141" name="Google Shape;141;p18"/>
          <p:cNvSpPr txBox="1"/>
          <p:nvPr>
            <p:ph idx="2" type="subTitle"/>
          </p:nvPr>
        </p:nvSpPr>
        <p:spPr>
          <a:xfrm>
            <a:off x="481825" y="2968125"/>
            <a:ext cx="1652700" cy="442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42" name="Google Shape;142;p18"/>
          <p:cNvSpPr txBox="1"/>
          <p:nvPr>
            <p:ph idx="3" type="body"/>
          </p:nvPr>
        </p:nvSpPr>
        <p:spPr>
          <a:xfrm>
            <a:off x="4872175" y="1334475"/>
            <a:ext cx="1652700" cy="895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143" name="Google Shape;143;p18"/>
          <p:cNvSpPr txBox="1"/>
          <p:nvPr>
            <p:ph idx="4" type="subTitle"/>
          </p:nvPr>
        </p:nvSpPr>
        <p:spPr>
          <a:xfrm>
            <a:off x="4872175" y="792100"/>
            <a:ext cx="1652700" cy="442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44" name="Google Shape;144;p18"/>
          <p:cNvSpPr txBox="1"/>
          <p:nvPr>
            <p:ph idx="5" type="body"/>
          </p:nvPr>
        </p:nvSpPr>
        <p:spPr>
          <a:xfrm>
            <a:off x="7067425" y="3510500"/>
            <a:ext cx="1652700" cy="895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145" name="Google Shape;145;p18"/>
          <p:cNvSpPr txBox="1"/>
          <p:nvPr>
            <p:ph idx="6" type="subTitle"/>
          </p:nvPr>
        </p:nvSpPr>
        <p:spPr>
          <a:xfrm>
            <a:off x="7067425" y="2968125"/>
            <a:ext cx="1652700" cy="442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46" name="Google Shape;146;p18"/>
          <p:cNvSpPr/>
          <p:nvPr>
            <p:ph idx="7" type="pic"/>
          </p:nvPr>
        </p:nvSpPr>
        <p:spPr>
          <a:xfrm>
            <a:off x="6806650" y="457200"/>
            <a:ext cx="2093700" cy="2059200"/>
          </a:xfrm>
          <a:prstGeom prst="teardrop">
            <a:avLst>
              <a:gd fmla="val 100000" name="adj"/>
            </a:avLst>
          </a:prstGeom>
          <a:solidFill>
            <a:schemeClr val="dk2"/>
          </a:solidFill>
          <a:ln>
            <a:noFill/>
          </a:ln>
        </p:spPr>
      </p:sp>
      <p:sp>
        <p:nvSpPr>
          <p:cNvPr id="147" name="Google Shape;147;p18"/>
          <p:cNvSpPr/>
          <p:nvPr>
            <p:ph idx="8" type="pic"/>
          </p:nvPr>
        </p:nvSpPr>
        <p:spPr>
          <a:xfrm flipH="1">
            <a:off x="2424900" y="2628875"/>
            <a:ext cx="2093700" cy="2059200"/>
          </a:xfrm>
          <a:prstGeom prst="teardrop">
            <a:avLst>
              <a:gd fmla="val 100000" name="adj"/>
            </a:avLst>
          </a:prstGeom>
          <a:solidFill>
            <a:schemeClr val="dk2"/>
          </a:solidFill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n fact">
  <p:cSld name="CUSTOM_5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/>
          <p:nvPr>
            <p:ph idx="2" type="pic"/>
          </p:nvPr>
        </p:nvSpPr>
        <p:spPr>
          <a:xfrm>
            <a:off x="3163800" y="3246950"/>
            <a:ext cx="2816400" cy="14367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</p:sp>
      <p:sp>
        <p:nvSpPr>
          <p:cNvPr id="150" name="Google Shape;150;p19"/>
          <p:cNvSpPr txBox="1"/>
          <p:nvPr>
            <p:ph type="title"/>
          </p:nvPr>
        </p:nvSpPr>
        <p:spPr>
          <a:xfrm>
            <a:off x="137150" y="228600"/>
            <a:ext cx="5852100" cy="7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9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51" name="Google Shape;151;p19"/>
          <p:cNvSpPr txBox="1"/>
          <p:nvPr>
            <p:ph idx="1" type="body"/>
          </p:nvPr>
        </p:nvSpPr>
        <p:spPr>
          <a:xfrm>
            <a:off x="549475" y="3350701"/>
            <a:ext cx="2211300" cy="12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152" name="Google Shape;152;p19"/>
          <p:cNvSpPr txBox="1"/>
          <p:nvPr>
            <p:ph idx="3" type="body"/>
          </p:nvPr>
        </p:nvSpPr>
        <p:spPr>
          <a:xfrm>
            <a:off x="3466350" y="1734051"/>
            <a:ext cx="2211300" cy="12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facad Flux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facad Flux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facad Flux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facad Flux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facad Flux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facad Flux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facad Flux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facad Flux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facad Flux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3" name="Google Shape;153;p19"/>
          <p:cNvSpPr txBox="1"/>
          <p:nvPr>
            <p:ph idx="4" type="body"/>
          </p:nvPr>
        </p:nvSpPr>
        <p:spPr>
          <a:xfrm>
            <a:off x="6383225" y="3350701"/>
            <a:ext cx="2211300" cy="12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154" name="Google Shape;154;p19"/>
          <p:cNvSpPr txBox="1"/>
          <p:nvPr>
            <p:ph idx="5" type="subTitle"/>
          </p:nvPr>
        </p:nvSpPr>
        <p:spPr>
          <a:xfrm>
            <a:off x="555175" y="2986800"/>
            <a:ext cx="2211300" cy="25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55" name="Google Shape;155;p19"/>
          <p:cNvSpPr txBox="1"/>
          <p:nvPr>
            <p:ph idx="6" type="subTitle"/>
          </p:nvPr>
        </p:nvSpPr>
        <p:spPr>
          <a:xfrm>
            <a:off x="3473338" y="1372065"/>
            <a:ext cx="2211300" cy="25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facad Flux SemiBold"/>
              <a:buNone/>
              <a:defRPr sz="14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facad Flux SemiBold"/>
              <a:buNone/>
              <a:defRPr sz="14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facad Flux SemiBold"/>
              <a:buNone/>
              <a:defRPr sz="14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facad Flux SemiBold"/>
              <a:buNone/>
              <a:defRPr sz="14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facad Flux SemiBold"/>
              <a:buNone/>
              <a:defRPr sz="14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facad Flux SemiBold"/>
              <a:buNone/>
              <a:defRPr sz="14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facad Flux SemiBold"/>
              <a:buNone/>
              <a:defRPr sz="14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facad Flux SemiBold"/>
              <a:buNone/>
              <a:defRPr sz="14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facad Flux SemiBold"/>
              <a:buNone/>
              <a:defRPr sz="14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56" name="Google Shape;156;p19"/>
          <p:cNvSpPr txBox="1"/>
          <p:nvPr>
            <p:ph idx="7" type="subTitle"/>
          </p:nvPr>
        </p:nvSpPr>
        <p:spPr>
          <a:xfrm>
            <a:off x="6391513" y="2989840"/>
            <a:ext cx="2211300" cy="25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57" name="Google Shape;157;p19"/>
          <p:cNvSpPr/>
          <p:nvPr>
            <p:ph idx="8" type="pic"/>
          </p:nvPr>
        </p:nvSpPr>
        <p:spPr>
          <a:xfrm>
            <a:off x="228600" y="1111975"/>
            <a:ext cx="2816400" cy="14928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</p:sp>
      <p:sp>
        <p:nvSpPr>
          <p:cNvPr id="158" name="Google Shape;158;p19"/>
          <p:cNvSpPr/>
          <p:nvPr>
            <p:ph idx="9" type="pic"/>
          </p:nvPr>
        </p:nvSpPr>
        <p:spPr>
          <a:xfrm>
            <a:off x="6099000" y="1111975"/>
            <a:ext cx="2816400" cy="14928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1">
    <p:bg>
      <p:bgPr>
        <a:solidFill>
          <a:schemeClr val="accent5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/>
          <p:nvPr/>
        </p:nvSpPr>
        <p:spPr>
          <a:xfrm flipH="1" rot="10800000">
            <a:off x="225325" y="225450"/>
            <a:ext cx="6483000" cy="3256800"/>
          </a:xfrm>
          <a:prstGeom prst="round1Rect">
            <a:avLst>
              <a:gd fmla="val 1638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161" name="Google Shape;161;p20"/>
          <p:cNvSpPr/>
          <p:nvPr/>
        </p:nvSpPr>
        <p:spPr>
          <a:xfrm flipH="1">
            <a:off x="5600700" y="3575950"/>
            <a:ext cx="1108200" cy="11082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6802800" y="228600"/>
            <a:ext cx="2112600" cy="4455600"/>
          </a:xfrm>
          <a:prstGeom prst="roundRect">
            <a:avLst>
              <a:gd fmla="val 3286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Afacad Flux Medium"/>
              <a:ea typeface="Afacad Flux Medium"/>
              <a:cs typeface="Afacad Flux Medium"/>
              <a:sym typeface="Afacad Flux Medium"/>
            </a:endParaRPr>
          </a:p>
        </p:txBody>
      </p:sp>
      <p:sp>
        <p:nvSpPr>
          <p:cNvPr id="163" name="Google Shape;163;p20"/>
          <p:cNvSpPr txBox="1"/>
          <p:nvPr>
            <p:ph type="title"/>
          </p:nvPr>
        </p:nvSpPr>
        <p:spPr>
          <a:xfrm>
            <a:off x="462225" y="493150"/>
            <a:ext cx="5944800" cy="1573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accent1"/>
                </a:solidFill>
                <a:latin typeface="Afacad Flux Medium"/>
                <a:ea typeface="Afacad Flux Medium"/>
                <a:cs typeface="Afacad Flux Medium"/>
                <a:sym typeface="Afacad Flux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accen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accen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accen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accen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accen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accen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accen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64" name="Google Shape;164;p20"/>
          <p:cNvSpPr txBox="1"/>
          <p:nvPr>
            <p:ph idx="1" type="subTitle"/>
          </p:nvPr>
        </p:nvSpPr>
        <p:spPr>
          <a:xfrm>
            <a:off x="467375" y="2472638"/>
            <a:ext cx="5557200" cy="668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"/>
              <a:buNone/>
              <a:defRPr>
                <a:solidFill>
                  <a:schemeClr val="dk2"/>
                </a:solidFill>
                <a:latin typeface="Afacad Flux"/>
                <a:ea typeface="Afacad Flux"/>
                <a:cs typeface="Afacad Flux"/>
                <a:sym typeface="Afacad Flux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CUSTOM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ountain range reflected on a river. " id="166" name="Google Shape;166;p21"/>
          <p:cNvPicPr preferRelativeResize="0"/>
          <p:nvPr/>
        </p:nvPicPr>
        <p:blipFill rotWithShape="1">
          <a:blip r:embed="rId2">
            <a:alphaModFix/>
          </a:blip>
          <a:srcRect b="0" l="259" r="259" t="0"/>
          <a:stretch/>
        </p:blipFill>
        <p:spPr>
          <a:xfrm>
            <a:off x="1327205" y="0"/>
            <a:ext cx="7802880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7" name="Google Shape;167;p21"/>
          <p:cNvGrpSpPr/>
          <p:nvPr/>
        </p:nvGrpSpPr>
        <p:grpSpPr>
          <a:xfrm>
            <a:off x="-13905" y="-1783804"/>
            <a:ext cx="10953439" cy="6927293"/>
            <a:chOff x="0" y="-1705500"/>
            <a:chExt cx="10871900" cy="6852600"/>
          </a:xfrm>
        </p:grpSpPr>
        <p:sp>
          <p:nvSpPr>
            <p:cNvPr id="168" name="Google Shape;168;p21"/>
            <p:cNvSpPr/>
            <p:nvPr/>
          </p:nvSpPr>
          <p:spPr>
            <a:xfrm>
              <a:off x="0" y="0"/>
              <a:ext cx="57429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169" name="Google Shape;169;p21"/>
            <p:cNvSpPr/>
            <p:nvPr/>
          </p:nvSpPr>
          <p:spPr>
            <a:xfrm rot="5400000">
              <a:off x="7437975" y="-1705200"/>
              <a:ext cx="3410700" cy="3410100"/>
            </a:xfrm>
            <a:prstGeom prst="pie">
              <a:avLst>
                <a:gd fmla="val 21598135" name="adj1"/>
                <a:gd fmla="val 5402975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170" name="Google Shape;170;p21"/>
            <p:cNvSpPr/>
            <p:nvPr/>
          </p:nvSpPr>
          <p:spPr>
            <a:xfrm rot="5400000">
              <a:off x="7430300" y="1705500"/>
              <a:ext cx="3441900" cy="3441300"/>
            </a:xfrm>
            <a:prstGeom prst="pie">
              <a:avLst>
                <a:gd fmla="val 0" name="adj1"/>
                <a:gd fmla="val 10786701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171" name="Google Shape;171;p21"/>
            <p:cNvSpPr/>
            <p:nvPr/>
          </p:nvSpPr>
          <p:spPr>
            <a:xfrm flipH="1" rot="-5400000">
              <a:off x="4020200" y="-1705200"/>
              <a:ext cx="3410700" cy="3410100"/>
            </a:xfrm>
            <a:prstGeom prst="pie">
              <a:avLst>
                <a:gd fmla="val 21598135" name="adj1"/>
                <a:gd fmla="val 5402975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172" name="Google Shape;172;p21"/>
            <p:cNvSpPr/>
            <p:nvPr/>
          </p:nvSpPr>
          <p:spPr>
            <a:xfrm flipH="1" rot="-5400000">
              <a:off x="3996675" y="1705500"/>
              <a:ext cx="3441900" cy="3441300"/>
            </a:xfrm>
            <a:prstGeom prst="pie">
              <a:avLst>
                <a:gd fmla="val 0" name="adj1"/>
                <a:gd fmla="val 10786701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</p:grpSp>
      <p:sp>
        <p:nvSpPr>
          <p:cNvPr id="173" name="Google Shape;173;p21"/>
          <p:cNvSpPr txBox="1"/>
          <p:nvPr>
            <p:ph type="title"/>
          </p:nvPr>
        </p:nvSpPr>
        <p:spPr>
          <a:xfrm>
            <a:off x="228600" y="251551"/>
            <a:ext cx="6665700" cy="262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8000">
                <a:latin typeface="Afacad Flux Medium"/>
                <a:ea typeface="Afacad Flux Medium"/>
                <a:cs typeface="Afacad Flux Medium"/>
                <a:sym typeface="Afacad Flux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6" name="Google Shape;176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2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85" name="Google Shape;185;p2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90" name="Google Shape;190;p2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95" name="Google Shape;195;p2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6" name="Google Shape;196;p2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01" name="Google Shape;201;p3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3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06" name="Google Shape;206;p3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07" name="Google Shape;207;p3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08" name="Google Shape;208;p3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09" name="Google Shape;209;p3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0" name="Google Shape;210;p3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3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4" name="Google Shape;214;p3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17" name="Google Shape;217;p3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8" name="Google Shape;218;p3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9" name="Google Shape;219;p3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0" name="Google Shape;220;p3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3" name="Google Shape;223;p3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4" name="Google Shape;224;p3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25" name="Google Shape;225;p3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6" name="Google Shape;226;p3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7" name="Google Shape;227;p3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8" name="Google Shape;228;p3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31" name="Google Shape;231;p3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32" name="Google Shape;232;p3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33" name="Google Shape;233;p3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34" name="Google Shape;234;p3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35" name="Google Shape;235;p3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6" name="Google Shape;236;p3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7" name="Google Shape;237;p3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8" name="Google Shape;238;p3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3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44" name="Google Shape;244;p3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45" name="Google Shape;245;p3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46" name="Google Shape;246;p3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47" name="Google Shape;24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3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49" name="Google Shape;249;p3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2" name="Google Shape;252;p4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53" name="Google Shape;253;p4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54" name="Google Shape;254;p4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5" name="Google Shape;255;p4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56" name="Google Shape;256;p4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7" name="Google Shape;25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4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59" name="Google Shape;259;p4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60" name="Google Shape;260;p4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1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3" name="Google Shape;263;p41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4" name="Google Shape;264;p41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5" name="Google Shape;265;p41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6" name="Google Shape;266;p41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41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8" name="Google Shape;268;p41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41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70" name="Google Shape;270;p41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71" name="Google Shape;271;p41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1" Type="http://schemas.openxmlformats.org/officeDocument/2006/relationships/theme" Target="../theme/theme2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801500"/>
            <a:ext cx="5760600" cy="31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Afacad Flux"/>
              <a:buChar char="■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9pPr>
          </a:lstStyle>
          <a:p/>
        </p:txBody>
      </p:sp>
      <p:sp>
        <p:nvSpPr>
          <p:cNvPr id="7" name="Google Shape;7;p1"/>
          <p:cNvSpPr txBox="1"/>
          <p:nvPr/>
        </p:nvSpPr>
        <p:spPr>
          <a:xfrm>
            <a:off x="8434809" y="46307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rPr>
              <a:t>‹#›</a:t>
            </a:fld>
            <a:endParaRPr sz="700"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295550" y="457200"/>
            <a:ext cx="48594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facad Flux"/>
              <a:buNone/>
              <a:defRPr b="1" sz="30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2" type="body"/>
          </p:nvPr>
        </p:nvSpPr>
        <p:spPr>
          <a:xfrm>
            <a:off x="3785175" y="1949425"/>
            <a:ext cx="4057800" cy="20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41.png"/><Relationship Id="rId5" Type="http://schemas.openxmlformats.org/officeDocument/2006/relationships/image" Target="../media/image29.png"/><Relationship Id="rId6" Type="http://schemas.openxmlformats.org/officeDocument/2006/relationships/image" Target="../media/image38.png"/><Relationship Id="rId7" Type="http://schemas.openxmlformats.org/officeDocument/2006/relationships/image" Target="../media/image14.png"/><Relationship Id="rId8" Type="http://schemas.openxmlformats.org/officeDocument/2006/relationships/image" Target="../media/image40.png"/><Relationship Id="rId11" Type="http://schemas.openxmlformats.org/officeDocument/2006/relationships/image" Target="../media/image7.jpg"/><Relationship Id="rId10" Type="http://schemas.openxmlformats.org/officeDocument/2006/relationships/image" Target="../media/image26.png"/><Relationship Id="rId13" Type="http://schemas.openxmlformats.org/officeDocument/2006/relationships/image" Target="../media/image2.jpg"/><Relationship Id="rId12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Relationship Id="rId4" Type="http://schemas.openxmlformats.org/officeDocument/2006/relationships/image" Target="../media/image15.png"/><Relationship Id="rId9" Type="http://schemas.openxmlformats.org/officeDocument/2006/relationships/image" Target="../media/image3.jpg"/><Relationship Id="rId5" Type="http://schemas.openxmlformats.org/officeDocument/2006/relationships/image" Target="../media/image29.png"/><Relationship Id="rId6" Type="http://schemas.openxmlformats.org/officeDocument/2006/relationships/image" Target="../media/image41.png"/><Relationship Id="rId7" Type="http://schemas.openxmlformats.org/officeDocument/2006/relationships/image" Target="../media/image16.png"/><Relationship Id="rId8" Type="http://schemas.openxmlformats.org/officeDocument/2006/relationships/image" Target="../media/image9.jpg"/><Relationship Id="rId11" Type="http://schemas.openxmlformats.org/officeDocument/2006/relationships/image" Target="../media/image6.jpg"/><Relationship Id="rId10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Relationship Id="rId4" Type="http://schemas.openxmlformats.org/officeDocument/2006/relationships/image" Target="../media/image41.png"/><Relationship Id="rId9" Type="http://schemas.openxmlformats.org/officeDocument/2006/relationships/image" Target="../media/image12.png"/><Relationship Id="rId5" Type="http://schemas.openxmlformats.org/officeDocument/2006/relationships/image" Target="../media/image16.png"/><Relationship Id="rId6" Type="http://schemas.openxmlformats.org/officeDocument/2006/relationships/image" Target="../media/image15.png"/><Relationship Id="rId7" Type="http://schemas.openxmlformats.org/officeDocument/2006/relationships/image" Target="../media/image13.png"/><Relationship Id="rId8" Type="http://schemas.openxmlformats.org/officeDocument/2006/relationships/image" Target="../media/image40.png"/><Relationship Id="rId10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jpg"/><Relationship Id="rId4" Type="http://schemas.openxmlformats.org/officeDocument/2006/relationships/image" Target="../media/image20.jpg"/><Relationship Id="rId5" Type="http://schemas.openxmlformats.org/officeDocument/2006/relationships/image" Target="../media/image18.jpg"/><Relationship Id="rId6" Type="http://schemas.openxmlformats.org/officeDocument/2006/relationships/image" Target="../media/image19.jpg"/><Relationship Id="rId7" Type="http://schemas.openxmlformats.org/officeDocument/2006/relationships/image" Target="../media/image2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7.png"/><Relationship Id="rId4" Type="http://schemas.openxmlformats.org/officeDocument/2006/relationships/image" Target="../media/image1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2.png"/><Relationship Id="rId4" Type="http://schemas.openxmlformats.org/officeDocument/2006/relationships/image" Target="../media/image27.jpg"/><Relationship Id="rId5" Type="http://schemas.openxmlformats.org/officeDocument/2006/relationships/image" Target="../media/image2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jpg"/><Relationship Id="rId4" Type="http://schemas.openxmlformats.org/officeDocument/2006/relationships/image" Target="../media/image2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3.jpg"/><Relationship Id="rId4" Type="http://schemas.openxmlformats.org/officeDocument/2006/relationships/image" Target="../media/image35.jpg"/><Relationship Id="rId5" Type="http://schemas.openxmlformats.org/officeDocument/2006/relationships/image" Target="../media/image3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6.png"/><Relationship Id="rId4" Type="http://schemas.openxmlformats.org/officeDocument/2006/relationships/image" Target="../media/image30.jpg"/><Relationship Id="rId5" Type="http://schemas.openxmlformats.org/officeDocument/2006/relationships/image" Target="../media/image34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8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42"/>
          <p:cNvSpPr/>
          <p:nvPr/>
        </p:nvSpPr>
        <p:spPr>
          <a:xfrm>
            <a:off x="41586" y="4160155"/>
            <a:ext cx="1026000" cy="4668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 Medium"/>
              <a:ea typeface="Afacad Flux Medium"/>
              <a:cs typeface="Afacad Flux Medium"/>
              <a:sym typeface="Afacad Flux Medium"/>
            </a:endParaRPr>
          </a:p>
        </p:txBody>
      </p:sp>
      <p:sp>
        <p:nvSpPr>
          <p:cNvPr id="278" name="Google Shape;278;p42"/>
          <p:cNvSpPr/>
          <p:nvPr/>
        </p:nvSpPr>
        <p:spPr>
          <a:xfrm>
            <a:off x="1320028" y="4160155"/>
            <a:ext cx="1851900" cy="466800"/>
          </a:xfrm>
          <a:prstGeom prst="roundRect">
            <a:avLst>
              <a:gd fmla="val 50000" name="adj"/>
            </a:avLst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 Medium"/>
              <a:ea typeface="Afacad Flux Medium"/>
              <a:cs typeface="Afacad Flux Medium"/>
              <a:sym typeface="Afacad Flux Medium"/>
            </a:endParaRPr>
          </a:p>
        </p:txBody>
      </p:sp>
      <p:sp>
        <p:nvSpPr>
          <p:cNvPr id="279" name="Google Shape;279;p42"/>
          <p:cNvSpPr txBox="1"/>
          <p:nvPr>
            <p:ph type="title"/>
          </p:nvPr>
        </p:nvSpPr>
        <p:spPr>
          <a:xfrm>
            <a:off x="2170800" y="171601"/>
            <a:ext cx="6665700" cy="1863900"/>
          </a:xfrm>
          <a:prstGeom prst="rect">
            <a:avLst/>
          </a:prstGeom>
          <a:effectLst>
            <a:outerShdw blurRad="57150" rotWithShape="0" algn="bl" dir="432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0">
                <a:solidFill>
                  <a:srgbClr val="00FFFF"/>
                </a:solidFill>
              </a:rPr>
              <a:t>Al</a:t>
            </a:r>
            <a:r>
              <a:rPr lang="en" sz="12500">
                <a:solidFill>
                  <a:srgbClr val="0B5394"/>
                </a:solidFill>
              </a:rPr>
              <a:t>l</a:t>
            </a:r>
            <a:endParaRPr sz="12500">
              <a:solidFill>
                <a:srgbClr val="0B5394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0B5394"/>
                </a:solidFill>
              </a:rPr>
              <a:t>Fitness</a:t>
            </a:r>
            <a:endParaRPr sz="4800">
              <a:solidFill>
                <a:srgbClr val="0B5394"/>
              </a:solidFill>
            </a:endParaRPr>
          </a:p>
        </p:txBody>
      </p:sp>
      <p:sp>
        <p:nvSpPr>
          <p:cNvPr id="280" name="Google Shape;280;p42"/>
          <p:cNvSpPr txBox="1"/>
          <p:nvPr>
            <p:ph idx="3" type="subTitle"/>
          </p:nvPr>
        </p:nvSpPr>
        <p:spPr>
          <a:xfrm>
            <a:off x="61138" y="4248500"/>
            <a:ext cx="989400" cy="29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Sep-2026</a:t>
            </a:r>
            <a:endParaRPr/>
          </a:p>
        </p:txBody>
      </p:sp>
      <p:sp>
        <p:nvSpPr>
          <p:cNvPr id="281" name="Google Shape;281;p42"/>
          <p:cNvSpPr txBox="1"/>
          <p:nvPr>
            <p:ph idx="4" type="subTitle"/>
          </p:nvPr>
        </p:nvSpPr>
        <p:spPr>
          <a:xfrm>
            <a:off x="1381975" y="4248500"/>
            <a:ext cx="1728000" cy="29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Byron Giraldo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82" name="Google Shape;282;p42"/>
          <p:cNvSpPr/>
          <p:nvPr/>
        </p:nvSpPr>
        <p:spPr>
          <a:xfrm>
            <a:off x="3365303" y="4160155"/>
            <a:ext cx="1851900" cy="466800"/>
          </a:xfrm>
          <a:prstGeom prst="roundRect">
            <a:avLst>
              <a:gd fmla="val 50000" name="adj"/>
            </a:avLst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 Medium"/>
              <a:ea typeface="Afacad Flux Medium"/>
              <a:cs typeface="Afacad Flux Medium"/>
              <a:sym typeface="Afacad Flux Medium"/>
            </a:endParaRPr>
          </a:p>
        </p:txBody>
      </p:sp>
      <p:sp>
        <p:nvSpPr>
          <p:cNvPr id="283" name="Google Shape;283;p42"/>
          <p:cNvSpPr txBox="1"/>
          <p:nvPr>
            <p:ph idx="4" type="subTitle"/>
          </p:nvPr>
        </p:nvSpPr>
        <p:spPr>
          <a:xfrm>
            <a:off x="3427250" y="4248500"/>
            <a:ext cx="1728000" cy="29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Guillermo Moya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84" name="Google Shape;284;p42"/>
          <p:cNvSpPr/>
          <p:nvPr/>
        </p:nvSpPr>
        <p:spPr>
          <a:xfrm>
            <a:off x="7250515" y="4160155"/>
            <a:ext cx="1851900" cy="466800"/>
          </a:xfrm>
          <a:prstGeom prst="roundRect">
            <a:avLst>
              <a:gd fmla="val 50000" name="adj"/>
            </a:avLst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 Medium"/>
              <a:ea typeface="Afacad Flux Medium"/>
              <a:cs typeface="Afacad Flux Medium"/>
              <a:sym typeface="Afacad Flux Medium"/>
            </a:endParaRPr>
          </a:p>
        </p:txBody>
      </p:sp>
      <p:sp>
        <p:nvSpPr>
          <p:cNvPr id="285" name="Google Shape;285;p42"/>
          <p:cNvSpPr txBox="1"/>
          <p:nvPr>
            <p:ph idx="4" type="subTitle"/>
          </p:nvPr>
        </p:nvSpPr>
        <p:spPr>
          <a:xfrm>
            <a:off x="7312463" y="4248500"/>
            <a:ext cx="1728000" cy="29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Manuel D</a:t>
            </a:r>
            <a:r>
              <a:rPr lang="en">
                <a:solidFill>
                  <a:schemeClr val="dk2"/>
                </a:solidFill>
              </a:rPr>
              <a:t>íaz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86" name="Google Shape;286;p42"/>
          <p:cNvSpPr/>
          <p:nvPr/>
        </p:nvSpPr>
        <p:spPr>
          <a:xfrm>
            <a:off x="5307915" y="4160155"/>
            <a:ext cx="1851900" cy="466800"/>
          </a:xfrm>
          <a:prstGeom prst="roundRect">
            <a:avLst>
              <a:gd fmla="val 50000" name="adj"/>
            </a:avLst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 Medium"/>
              <a:ea typeface="Afacad Flux Medium"/>
              <a:cs typeface="Afacad Flux Medium"/>
              <a:sym typeface="Afacad Flux Medium"/>
            </a:endParaRPr>
          </a:p>
        </p:txBody>
      </p:sp>
      <p:sp>
        <p:nvSpPr>
          <p:cNvPr id="287" name="Google Shape;287;p42"/>
          <p:cNvSpPr txBox="1"/>
          <p:nvPr>
            <p:ph idx="4" type="subTitle"/>
          </p:nvPr>
        </p:nvSpPr>
        <p:spPr>
          <a:xfrm>
            <a:off x="5369863" y="4248500"/>
            <a:ext cx="1728000" cy="29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Harrison Pinto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remium, high-quality, bright minimalist photo showing a clean balance of fitness and nutrition: a modern water bottle, athletic running shoes, and a bowl of fresh colorful vegetables and fruits arranged beautifully on a light neutral background." id="292" name="Google Shape;292;p43"/>
          <p:cNvPicPr preferRelativeResize="0"/>
          <p:nvPr/>
        </p:nvPicPr>
        <p:blipFill rotWithShape="1">
          <a:blip r:embed="rId3">
            <a:alphaModFix/>
          </a:blip>
          <a:srcRect b="8745" l="0" r="0" t="8753"/>
          <a:stretch/>
        </p:blipFill>
        <p:spPr>
          <a:xfrm>
            <a:off x="476250" y="476250"/>
            <a:ext cx="3810000" cy="4191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3" name="Google Shape;293;p43"/>
          <p:cNvGrpSpPr/>
          <p:nvPr/>
        </p:nvGrpSpPr>
        <p:grpSpPr>
          <a:xfrm>
            <a:off x="4762500" y="666750"/>
            <a:ext cx="1143000" cy="324000"/>
            <a:chOff x="0" y="0"/>
            <a:chExt cx="1143000" cy="324000"/>
          </a:xfrm>
        </p:grpSpPr>
        <p:sp>
          <p:nvSpPr>
            <p:cNvPr id="294" name="Google Shape;294;p43"/>
            <p:cNvSpPr/>
            <p:nvPr/>
          </p:nvSpPr>
          <p:spPr>
            <a:xfrm>
              <a:off x="0" y="0"/>
              <a:ext cx="1143000" cy="324000"/>
            </a:xfrm>
            <a:prstGeom prst="roundRect">
              <a:avLst>
                <a:gd fmla="val 50000" name="adj"/>
              </a:avLst>
            </a:prstGeom>
            <a:solidFill>
              <a:srgbClr val="FF823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43"/>
            <p:cNvSpPr txBox="1"/>
            <p:nvPr/>
          </p:nvSpPr>
          <p:spPr>
            <a:xfrm>
              <a:off x="0" y="0"/>
              <a:ext cx="11430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0000"/>
                  </a:solidFill>
                  <a:latin typeface="Afacad Flux"/>
                  <a:ea typeface="Afacad Flux"/>
                  <a:cs typeface="Afacad Flux"/>
                  <a:sym typeface="Afacad Flux"/>
                </a:rPr>
                <a:t>EL DESAFÍO</a:t>
              </a:r>
              <a:endParaRPr b="1" sz="1100">
                <a:solidFill>
                  <a:srgbClr val="000000"/>
                </a:solidFill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</p:grpSp>
      <p:sp>
        <p:nvSpPr>
          <p:cNvPr id="296" name="Google Shape;296;p43"/>
          <p:cNvSpPr txBox="1"/>
          <p:nvPr/>
        </p:nvSpPr>
        <p:spPr>
          <a:xfrm>
            <a:off x="4762500" y="1143000"/>
            <a:ext cx="39054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660">
                <a:solidFill>
                  <a:srgbClr val="FF823A"/>
                </a:solidFill>
                <a:latin typeface="Georgia"/>
                <a:ea typeface="Georgia"/>
                <a:cs typeface="Georgia"/>
                <a:sym typeface="Georgia"/>
              </a:rPr>
              <a:t>“</a:t>
            </a:r>
            <a:endParaRPr b="1" sz="6660">
              <a:solidFill>
                <a:srgbClr val="FF823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1125"/>
              </a:spcAft>
              <a:buNone/>
            </a:pPr>
            <a:r>
              <a:rPr b="0" lang="en" sz="2590">
                <a:solidFill>
                  <a:srgbClr val="222222"/>
                </a:solidFill>
                <a:latin typeface="Afacad Flux Medium"/>
                <a:ea typeface="Afacad Flux Medium"/>
                <a:cs typeface="Afacad Flux Medium"/>
                <a:sym typeface="Afacad Flux Medium"/>
              </a:rPr>
              <a:t>Muchas personas tienen </a:t>
            </a:r>
            <a:r>
              <a:rPr b="1" lang="en" sz="2590">
                <a:solidFill>
                  <a:srgbClr val="FF823A"/>
                </a:solidFill>
                <a:latin typeface="Afacad Flux"/>
                <a:ea typeface="Afacad Flux"/>
                <a:cs typeface="Afacad Flux"/>
                <a:sym typeface="Afacad Flux"/>
              </a:rPr>
              <a:t>dificultades</a:t>
            </a:r>
            <a:r>
              <a:rPr b="0" lang="en" sz="2590">
                <a:solidFill>
                  <a:srgbClr val="222222"/>
                </a:solidFill>
                <a:latin typeface="Afacad Flux Medium"/>
                <a:ea typeface="Afacad Flux Medium"/>
                <a:cs typeface="Afacad Flux Medium"/>
                <a:sym typeface="Afacad Flux Medium"/>
              </a:rPr>
              <a:t> para mantener una rutina de </a:t>
            </a:r>
            <a:r>
              <a:rPr b="1" lang="en" sz="2590">
                <a:solidFill>
                  <a:srgbClr val="BC84EE"/>
                </a:solidFill>
                <a:latin typeface="Afacad Flux"/>
                <a:ea typeface="Afacad Flux"/>
                <a:cs typeface="Afacad Flux"/>
                <a:sym typeface="Afacad Flux"/>
              </a:rPr>
              <a:t>ejercicio y alimentación</a:t>
            </a:r>
            <a:r>
              <a:rPr b="0" lang="en" sz="2590">
                <a:solidFill>
                  <a:srgbClr val="222222"/>
                </a:solidFill>
                <a:latin typeface="Afacad Flux Medium"/>
                <a:ea typeface="Afacad Flux Medium"/>
                <a:cs typeface="Afacad Flux Medium"/>
                <a:sym typeface="Afacad Flux Medium"/>
              </a:rPr>
              <a:t> que realmente se </a:t>
            </a:r>
            <a:r>
              <a:rPr b="1" lang="en" sz="2590">
                <a:solidFill>
                  <a:srgbClr val="5A6E28"/>
                </a:solidFill>
                <a:latin typeface="Afacad Flux"/>
                <a:ea typeface="Afacad Flux"/>
                <a:cs typeface="Afacad Flux"/>
                <a:sym typeface="Afacad Flux"/>
              </a:rPr>
              <a:t>adapte a sus necesidades</a:t>
            </a:r>
            <a:r>
              <a:rPr b="0" lang="en" sz="2590">
                <a:solidFill>
                  <a:srgbClr val="222222"/>
                </a:solidFill>
                <a:latin typeface="Afacad Flux Medium"/>
                <a:ea typeface="Afacad Flux Medium"/>
                <a:cs typeface="Afacad Flux Medium"/>
                <a:sym typeface="Afacad Flux Medium"/>
              </a:rPr>
              <a:t>.</a:t>
            </a:r>
            <a:endParaRPr b="0" sz="2590">
              <a:solidFill>
                <a:srgbClr val="222222"/>
              </a:solidFill>
              <a:latin typeface="Afacad Flux Medium"/>
              <a:ea typeface="Afacad Flux Medium"/>
              <a:cs typeface="Afacad Flux Medium"/>
              <a:sym typeface="Afacad Flux Medium"/>
            </a:endParaRPr>
          </a:p>
        </p:txBody>
      </p:sp>
      <p:grpSp>
        <p:nvGrpSpPr>
          <p:cNvPr id="297" name="Google Shape;297;p43"/>
          <p:cNvGrpSpPr/>
          <p:nvPr/>
        </p:nvGrpSpPr>
        <p:grpSpPr>
          <a:xfrm>
            <a:off x="7639050" y="390525"/>
            <a:ext cx="1247700" cy="314400"/>
            <a:chOff x="0" y="0"/>
            <a:chExt cx="1247700" cy="314400"/>
          </a:xfrm>
        </p:grpSpPr>
        <p:sp>
          <p:nvSpPr>
            <p:cNvPr id="298" name="Google Shape;298;p43"/>
            <p:cNvSpPr/>
            <p:nvPr/>
          </p:nvSpPr>
          <p:spPr>
            <a:xfrm>
              <a:off x="0" y="0"/>
              <a:ext cx="1247700" cy="314400"/>
            </a:xfrm>
            <a:prstGeom prst="roundRect">
              <a:avLst>
                <a:gd fmla="val 48484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43"/>
            <p:cNvSpPr txBox="1"/>
            <p:nvPr/>
          </p:nvSpPr>
          <p:spPr>
            <a:xfrm>
              <a:off x="0" y="0"/>
              <a:ext cx="1247700" cy="3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00000"/>
                  </a:solidFill>
                  <a:latin typeface="Afacad Flux"/>
                  <a:ea typeface="Afacad Flux"/>
                  <a:cs typeface="Afacad Flux"/>
                  <a:sym typeface="Afacad Flux"/>
                </a:rPr>
                <a:t>All Fitness</a:t>
              </a:r>
              <a:endParaRPr b="1" sz="1200">
                <a:solidFill>
                  <a:srgbClr val="000000"/>
                </a:solidFill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4"/>
          <p:cNvSpPr txBox="1"/>
          <p:nvPr>
            <p:ph type="title"/>
          </p:nvPr>
        </p:nvSpPr>
        <p:spPr>
          <a:xfrm>
            <a:off x="476250" y="381000"/>
            <a:ext cx="81915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30">
                <a:solidFill>
                  <a:srgbClr val="FF823A"/>
                </a:solidFill>
                <a:latin typeface="Afacad Flux"/>
                <a:ea typeface="Afacad Flux"/>
                <a:cs typeface="Afacad Flux"/>
                <a:sym typeface="Afacad Flux"/>
              </a:rPr>
              <a:t>¿Qué proponemos?</a:t>
            </a:r>
            <a:endParaRPr b="1" sz="3230">
              <a:solidFill>
                <a:srgbClr val="FF823A"/>
              </a:solidFill>
              <a:latin typeface="Afacad Flux"/>
              <a:ea typeface="Afacad Flux"/>
              <a:cs typeface="Afacad Flux"/>
              <a:sym typeface="Afacad Flux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360">
                <a:solidFill>
                  <a:srgbClr val="555555"/>
                </a:solidFill>
                <a:latin typeface="Afacad Flux"/>
                <a:ea typeface="Afacad Flux"/>
                <a:cs typeface="Afacad Flux"/>
                <a:sym typeface="Afacad Flux"/>
              </a:rPr>
              <a:t>All Fitness utiliza Inteligencia Artificial para analizar la información del usuario y generar un ecosistema de bienestar personalizado.</a:t>
            </a:r>
            <a:endParaRPr b="0" sz="1360">
              <a:solidFill>
                <a:srgbClr val="555555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grpSp>
        <p:nvGrpSpPr>
          <p:cNvPr id="305" name="Google Shape;305;p44"/>
          <p:cNvGrpSpPr/>
          <p:nvPr/>
        </p:nvGrpSpPr>
        <p:grpSpPr>
          <a:xfrm>
            <a:off x="476250" y="1619250"/>
            <a:ext cx="3905400" cy="1809600"/>
            <a:chOff x="0" y="0"/>
            <a:chExt cx="3905400" cy="1809600"/>
          </a:xfrm>
        </p:grpSpPr>
        <p:sp>
          <p:nvSpPr>
            <p:cNvPr id="306" name="Google Shape;306;p44"/>
            <p:cNvSpPr/>
            <p:nvPr/>
          </p:nvSpPr>
          <p:spPr>
            <a:xfrm>
              <a:off x="0" y="0"/>
              <a:ext cx="3905400" cy="1809600"/>
            </a:xfrm>
            <a:prstGeom prst="roundRect">
              <a:avLst>
                <a:gd fmla="val 8421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44"/>
            <p:cNvSpPr/>
            <p:nvPr/>
          </p:nvSpPr>
          <p:spPr>
            <a:xfrm>
              <a:off x="0" y="0"/>
              <a:ext cx="57300" cy="1809600"/>
            </a:xfrm>
            <a:prstGeom prst="roundRect">
              <a:avLst>
                <a:gd fmla="val 50000" name="adj"/>
              </a:avLst>
            </a:prstGeom>
            <a:solidFill>
              <a:srgbClr val="BC84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44"/>
            <p:cNvSpPr txBox="1"/>
            <p:nvPr/>
          </p:nvSpPr>
          <p:spPr>
            <a:xfrm>
              <a:off x="238125" y="190500"/>
              <a:ext cx="3429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000000"/>
                  </a:solidFill>
                  <a:latin typeface="Afacad Flux"/>
                  <a:ea typeface="Afacad Flux"/>
                  <a:cs typeface="Afacad Flux"/>
                  <a:sym typeface="Afacad Flux"/>
                </a:rPr>
                <a:t> </a:t>
              </a:r>
              <a:r>
                <a:rPr b="1" lang="en" sz="2400">
                  <a:solidFill>
                    <a:srgbClr val="000000"/>
                  </a:solidFill>
                  <a:latin typeface="Afacad Flux"/>
                  <a:ea typeface="Afacad Flux"/>
                  <a:cs typeface="Afacad Flux"/>
                  <a:sym typeface="Afacad Flux"/>
                </a:rPr>
                <a:t>Rutinas Personalizadas</a:t>
              </a:r>
              <a:endParaRPr b="1" sz="2400">
                <a:solidFill>
                  <a:srgbClr val="000000"/>
                </a:solidFill>
                <a:latin typeface="Afacad Flux"/>
                <a:ea typeface="Afacad Flux"/>
                <a:cs typeface="Afacad Flux"/>
                <a:sym typeface="Afacad Flux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444444"/>
                  </a:solidFill>
                  <a:latin typeface="Afacad Flux"/>
                  <a:ea typeface="Afacad Flux"/>
                  <a:cs typeface="Afacad Flux"/>
                  <a:sym typeface="Afacad Flux"/>
                </a:rPr>
                <a:t>Planes de entrenamiento dinámicos diseñados de forma inteligente que evolucionan junto con tus objetivos, condición física y progreso diario.</a:t>
              </a:r>
              <a:endParaRPr b="0" sz="1300">
                <a:solidFill>
                  <a:srgbClr val="444444"/>
                </a:solidFill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</p:grpSp>
      <p:grpSp>
        <p:nvGrpSpPr>
          <p:cNvPr id="309" name="Google Shape;309;p44"/>
          <p:cNvGrpSpPr/>
          <p:nvPr/>
        </p:nvGrpSpPr>
        <p:grpSpPr>
          <a:xfrm>
            <a:off x="4762500" y="1619250"/>
            <a:ext cx="3905400" cy="1809600"/>
            <a:chOff x="0" y="0"/>
            <a:chExt cx="3905400" cy="1809600"/>
          </a:xfrm>
        </p:grpSpPr>
        <p:sp>
          <p:nvSpPr>
            <p:cNvPr id="310" name="Google Shape;310;p44"/>
            <p:cNvSpPr/>
            <p:nvPr/>
          </p:nvSpPr>
          <p:spPr>
            <a:xfrm>
              <a:off x="0" y="0"/>
              <a:ext cx="3905400" cy="1809600"/>
            </a:xfrm>
            <a:prstGeom prst="roundRect">
              <a:avLst>
                <a:gd fmla="val 8421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44"/>
            <p:cNvSpPr/>
            <p:nvPr/>
          </p:nvSpPr>
          <p:spPr>
            <a:xfrm>
              <a:off x="0" y="0"/>
              <a:ext cx="57300" cy="1809600"/>
            </a:xfrm>
            <a:prstGeom prst="roundRect">
              <a:avLst>
                <a:gd fmla="val 50000" name="adj"/>
              </a:avLst>
            </a:prstGeom>
            <a:solidFill>
              <a:srgbClr val="FF823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44"/>
            <p:cNvSpPr txBox="1"/>
            <p:nvPr/>
          </p:nvSpPr>
          <p:spPr>
            <a:xfrm>
              <a:off x="238125" y="190500"/>
              <a:ext cx="3429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000000"/>
                  </a:solidFill>
                  <a:latin typeface="Afacad Flux"/>
                  <a:ea typeface="Afacad Flux"/>
                  <a:cs typeface="Afacad Flux"/>
                  <a:sym typeface="Afacad Flux"/>
                </a:rPr>
                <a:t> Nutrición Inteligente</a:t>
              </a:r>
              <a:endParaRPr b="1" sz="2400">
                <a:solidFill>
                  <a:srgbClr val="000000"/>
                </a:solidFill>
                <a:latin typeface="Afacad Flux"/>
                <a:ea typeface="Afacad Flux"/>
                <a:cs typeface="Afacad Flux"/>
                <a:sym typeface="Afacad Flux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444444"/>
                  </a:solidFill>
                  <a:latin typeface="Afacad Flux"/>
                  <a:ea typeface="Afacad Flux"/>
                  <a:cs typeface="Afacad Flux"/>
                  <a:sym typeface="Afacad Flux"/>
                </a:rPr>
                <a:t>Recetas y recomendaciones alimentarias adaptadas con precisión a tus preferencias, requerimientos nutricionales y estilo de vida.</a:t>
              </a:r>
              <a:endParaRPr b="0" sz="1300">
                <a:solidFill>
                  <a:srgbClr val="444444"/>
                </a:solidFill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</p:grpSp>
      <p:grpSp>
        <p:nvGrpSpPr>
          <p:cNvPr id="313" name="Google Shape;313;p44"/>
          <p:cNvGrpSpPr/>
          <p:nvPr/>
        </p:nvGrpSpPr>
        <p:grpSpPr>
          <a:xfrm>
            <a:off x="476250" y="3714750"/>
            <a:ext cx="8191500" cy="857400"/>
            <a:chOff x="0" y="0"/>
            <a:chExt cx="8191500" cy="857400"/>
          </a:xfrm>
        </p:grpSpPr>
        <p:sp>
          <p:nvSpPr>
            <p:cNvPr id="314" name="Google Shape;314;p44"/>
            <p:cNvSpPr/>
            <p:nvPr/>
          </p:nvSpPr>
          <p:spPr>
            <a:xfrm>
              <a:off x="0" y="0"/>
              <a:ext cx="8191500" cy="857400"/>
            </a:xfrm>
            <a:prstGeom prst="roundRect">
              <a:avLst>
                <a:gd fmla="val 17777" name="adj"/>
              </a:avLst>
            </a:prstGeom>
            <a:solidFill>
              <a:srgbClr val="C9F6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44"/>
            <p:cNvSpPr txBox="1"/>
            <p:nvPr/>
          </p:nvSpPr>
          <p:spPr>
            <a:xfrm>
              <a:off x="285750" y="142875"/>
              <a:ext cx="7620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3000"/>
                  </a:solidFill>
                  <a:latin typeface="Afacad Flux"/>
                  <a:ea typeface="Afacad Flux"/>
                  <a:cs typeface="Afacad Flux"/>
                  <a:sym typeface="Afacad Flux"/>
                </a:rPr>
                <a:t>La idea clave</a:t>
              </a:r>
              <a:endParaRPr b="1" sz="1400">
                <a:solidFill>
                  <a:srgbClr val="1A3000"/>
                </a:solidFill>
                <a:latin typeface="Afacad Flux"/>
                <a:ea typeface="Afacad Flux"/>
                <a:cs typeface="Afacad Flux"/>
                <a:sym typeface="Afacad Flux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00000"/>
                  </a:solidFill>
                  <a:latin typeface="Afacad Flux SemiBold"/>
                  <a:ea typeface="Afacad Flux SemiBold"/>
                  <a:cs typeface="Afacad Flux SemiBold"/>
                  <a:sym typeface="Afacad Flux SemiBold"/>
                </a:rPr>
                <a:t>Una sola aplicación </a:t>
              </a:r>
              <a:r>
                <a:rPr b="0" lang="en" sz="1600">
                  <a:solidFill>
                    <a:srgbClr val="FF823A"/>
                  </a:solidFill>
                  <a:latin typeface="Afacad Flux ExtraBold"/>
                  <a:ea typeface="Afacad Flux ExtraBold"/>
                  <a:cs typeface="Afacad Flux ExtraBold"/>
                  <a:sym typeface="Afacad Flux ExtraBold"/>
                </a:rPr>
                <a:t>➔</a:t>
              </a:r>
              <a:r>
                <a:rPr b="0" lang="en" sz="1600">
                  <a:solidFill>
                    <a:srgbClr val="000000"/>
                  </a:solidFill>
                  <a:latin typeface="Afacad Flux SemiBold"/>
                  <a:ea typeface="Afacad Flux SemiBold"/>
                  <a:cs typeface="Afacad Flux SemiBold"/>
                  <a:sym typeface="Afacad Flux SemiBold"/>
                </a:rPr>
                <a:t> Un perfil unificado </a:t>
              </a:r>
              <a:r>
                <a:rPr b="0" lang="en" sz="1600">
                  <a:solidFill>
                    <a:srgbClr val="FF823A"/>
                  </a:solidFill>
                  <a:latin typeface="Afacad Flux ExtraBold"/>
                  <a:ea typeface="Afacad Flux ExtraBold"/>
                  <a:cs typeface="Afacad Flux ExtraBold"/>
                  <a:sym typeface="Afacad Flux ExtraBold"/>
                </a:rPr>
                <a:t>➔</a:t>
              </a:r>
              <a:r>
                <a:rPr b="0" lang="en" sz="1600">
                  <a:solidFill>
                    <a:srgbClr val="000000"/>
                  </a:solidFill>
                  <a:latin typeface="Afacad Flux SemiBold"/>
                  <a:ea typeface="Afacad Flux SemiBold"/>
                  <a:cs typeface="Afacad Flux SemiBold"/>
                  <a:sym typeface="Afacad Flux SemiBold"/>
                </a:rPr>
                <a:t> Recomendaciones 100% adaptadas a ti</a:t>
              </a:r>
              <a:endParaRPr b="0" sz="1600">
                <a:solidFill>
                  <a:srgbClr val="000000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5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222222"/>
                </a:solidFill>
                <a:latin typeface="Afacad Flux"/>
                <a:ea typeface="Afacad Flux"/>
                <a:cs typeface="Afacad Flux"/>
                <a:sym typeface="Afacad Flux"/>
              </a:rPr>
              <a:t>¿Qué nos diferencia?</a:t>
            </a:r>
            <a:endParaRPr b="1" sz="3200">
              <a:solidFill>
                <a:srgbClr val="222222"/>
              </a:solidFill>
              <a:latin typeface="Afacad Flux"/>
              <a:ea typeface="Afacad Flux"/>
              <a:cs typeface="Afacad Flux"/>
              <a:sym typeface="Afacad Flux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FF823A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Nuestra propuesta de valor: Aplicaciones tradicionales vs All Fitness</a:t>
            </a:r>
            <a:endParaRPr b="0" sz="1400">
              <a:solidFill>
                <a:srgbClr val="FF823A"/>
              </a:solidFill>
              <a:latin typeface="Afacad Flux SemiBold"/>
              <a:ea typeface="Afacad Flux SemiBold"/>
              <a:cs typeface="Afacad Flux SemiBold"/>
              <a:sym typeface="Afacad Flux SemiBold"/>
            </a:endParaRPr>
          </a:p>
        </p:txBody>
      </p:sp>
      <p:grpSp>
        <p:nvGrpSpPr>
          <p:cNvPr id="321" name="Google Shape;321;p45"/>
          <p:cNvGrpSpPr/>
          <p:nvPr/>
        </p:nvGrpSpPr>
        <p:grpSpPr>
          <a:xfrm>
            <a:off x="476250" y="1333500"/>
            <a:ext cx="4476900" cy="571500"/>
            <a:chOff x="0" y="0"/>
            <a:chExt cx="4476900" cy="571500"/>
          </a:xfrm>
        </p:grpSpPr>
        <p:sp>
          <p:nvSpPr>
            <p:cNvPr id="322" name="Google Shape;322;p45"/>
            <p:cNvSpPr/>
            <p:nvPr/>
          </p:nvSpPr>
          <p:spPr>
            <a:xfrm>
              <a:off x="0" y="0"/>
              <a:ext cx="4476900" cy="571500"/>
            </a:xfrm>
            <a:prstGeom prst="roundRect">
              <a:avLst>
                <a:gd fmla="val 20000" name="adj"/>
              </a:avLst>
            </a:prstGeom>
            <a:solidFill>
              <a:srgbClr val="FFFF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45"/>
            <p:cNvSpPr txBox="1"/>
            <p:nvPr/>
          </p:nvSpPr>
          <p:spPr>
            <a:xfrm>
              <a:off x="142875" y="0"/>
              <a:ext cx="1714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666666"/>
                  </a:solidFill>
                  <a:latin typeface="Afacad Flux Medium"/>
                  <a:ea typeface="Afacad Flux Medium"/>
                  <a:cs typeface="Afacad Flux Medium"/>
                  <a:sym typeface="Afacad Flux Medium"/>
                </a:rPr>
                <a:t>Rutinas generales</a:t>
              </a:r>
              <a:endParaRPr b="0" sz="1300">
                <a:solidFill>
                  <a:srgbClr val="666666"/>
                </a:solidFill>
                <a:latin typeface="Afacad Flux Medium"/>
                <a:ea typeface="Afacad Flux Medium"/>
                <a:cs typeface="Afacad Flux Medium"/>
                <a:sym typeface="Afacad Flux Medium"/>
              </a:endParaRPr>
            </a:p>
          </p:txBody>
        </p:sp>
        <p:sp>
          <p:nvSpPr>
            <p:cNvPr id="324" name="Google Shape;324;p45"/>
            <p:cNvSpPr txBox="1"/>
            <p:nvPr/>
          </p:nvSpPr>
          <p:spPr>
            <a:xfrm>
              <a:off x="2000250" y="0"/>
              <a:ext cx="476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823A"/>
                  </a:solidFill>
                  <a:latin typeface="Afacad Flux"/>
                  <a:ea typeface="Afacad Flux"/>
                  <a:cs typeface="Afacad Flux"/>
                  <a:sym typeface="Afacad Flux"/>
                </a:rPr>
                <a:t>➔</a:t>
              </a:r>
              <a:endParaRPr b="1" sz="1600">
                <a:solidFill>
                  <a:srgbClr val="FF823A"/>
                </a:solidFill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325" name="Google Shape;325;p45"/>
            <p:cNvSpPr txBox="1"/>
            <p:nvPr/>
          </p:nvSpPr>
          <p:spPr>
            <a:xfrm>
              <a:off x="2619375" y="0"/>
              <a:ext cx="1714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222222"/>
                  </a:solidFill>
                  <a:latin typeface="Afacad Flux"/>
                  <a:ea typeface="Afacad Flux"/>
                  <a:cs typeface="Afacad Flux"/>
                  <a:sym typeface="Afacad Flux"/>
                </a:rPr>
                <a:t> Rutinas personalizadas</a:t>
              </a:r>
              <a:endParaRPr b="1" sz="1300">
                <a:solidFill>
                  <a:srgbClr val="222222"/>
                </a:solidFill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</p:grpSp>
      <p:grpSp>
        <p:nvGrpSpPr>
          <p:cNvPr id="326" name="Google Shape;326;p45"/>
          <p:cNvGrpSpPr/>
          <p:nvPr/>
        </p:nvGrpSpPr>
        <p:grpSpPr>
          <a:xfrm>
            <a:off x="476250" y="2047875"/>
            <a:ext cx="4476900" cy="571500"/>
            <a:chOff x="0" y="0"/>
            <a:chExt cx="4476900" cy="571500"/>
          </a:xfrm>
        </p:grpSpPr>
        <p:sp>
          <p:nvSpPr>
            <p:cNvPr id="327" name="Google Shape;327;p45"/>
            <p:cNvSpPr/>
            <p:nvPr/>
          </p:nvSpPr>
          <p:spPr>
            <a:xfrm>
              <a:off x="0" y="0"/>
              <a:ext cx="4476900" cy="571500"/>
            </a:xfrm>
            <a:prstGeom prst="roundRect">
              <a:avLst>
                <a:gd fmla="val 20000" name="adj"/>
              </a:avLst>
            </a:prstGeom>
            <a:solidFill>
              <a:srgbClr val="FFFF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45"/>
            <p:cNvSpPr txBox="1"/>
            <p:nvPr/>
          </p:nvSpPr>
          <p:spPr>
            <a:xfrm>
              <a:off x="142875" y="0"/>
              <a:ext cx="1714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666666"/>
                  </a:solidFill>
                  <a:latin typeface="Afacad Flux Medium"/>
                  <a:ea typeface="Afacad Flux Medium"/>
                  <a:cs typeface="Afacad Flux Medium"/>
                  <a:sym typeface="Afacad Flux Medium"/>
                </a:rPr>
                <a:t>Alimentación separada</a:t>
              </a:r>
              <a:endParaRPr b="0" sz="1300">
                <a:solidFill>
                  <a:srgbClr val="666666"/>
                </a:solidFill>
                <a:latin typeface="Afacad Flux Medium"/>
                <a:ea typeface="Afacad Flux Medium"/>
                <a:cs typeface="Afacad Flux Medium"/>
                <a:sym typeface="Afacad Flux Medium"/>
              </a:endParaRPr>
            </a:p>
          </p:txBody>
        </p:sp>
        <p:sp>
          <p:nvSpPr>
            <p:cNvPr id="329" name="Google Shape;329;p45"/>
            <p:cNvSpPr txBox="1"/>
            <p:nvPr/>
          </p:nvSpPr>
          <p:spPr>
            <a:xfrm>
              <a:off x="2000250" y="0"/>
              <a:ext cx="476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823A"/>
                  </a:solidFill>
                  <a:latin typeface="Afacad Flux"/>
                  <a:ea typeface="Afacad Flux"/>
                  <a:cs typeface="Afacad Flux"/>
                  <a:sym typeface="Afacad Flux"/>
                </a:rPr>
                <a:t>➔</a:t>
              </a:r>
              <a:endParaRPr b="1" sz="1600">
                <a:solidFill>
                  <a:srgbClr val="FF823A"/>
                </a:solidFill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330" name="Google Shape;330;p45"/>
            <p:cNvSpPr txBox="1"/>
            <p:nvPr/>
          </p:nvSpPr>
          <p:spPr>
            <a:xfrm>
              <a:off x="2619375" y="0"/>
              <a:ext cx="1714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222222"/>
                  </a:solidFill>
                  <a:latin typeface="Afacad Flux"/>
                  <a:ea typeface="Afacad Flux"/>
                  <a:cs typeface="Afacad Flux"/>
                  <a:sym typeface="Afacad Flux"/>
                </a:rPr>
                <a:t> Ejercicio + alimentación</a:t>
              </a:r>
              <a:endParaRPr b="1" sz="1300">
                <a:solidFill>
                  <a:srgbClr val="222222"/>
                </a:solidFill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</p:grpSp>
      <p:grpSp>
        <p:nvGrpSpPr>
          <p:cNvPr id="331" name="Google Shape;331;p45"/>
          <p:cNvGrpSpPr/>
          <p:nvPr/>
        </p:nvGrpSpPr>
        <p:grpSpPr>
          <a:xfrm>
            <a:off x="476250" y="2762250"/>
            <a:ext cx="4476900" cy="571500"/>
            <a:chOff x="0" y="0"/>
            <a:chExt cx="4476900" cy="571500"/>
          </a:xfrm>
        </p:grpSpPr>
        <p:sp>
          <p:nvSpPr>
            <p:cNvPr id="332" name="Google Shape;332;p45"/>
            <p:cNvSpPr/>
            <p:nvPr/>
          </p:nvSpPr>
          <p:spPr>
            <a:xfrm>
              <a:off x="0" y="0"/>
              <a:ext cx="4476900" cy="571500"/>
            </a:xfrm>
            <a:prstGeom prst="roundRect">
              <a:avLst>
                <a:gd fmla="val 20000" name="adj"/>
              </a:avLst>
            </a:prstGeom>
            <a:solidFill>
              <a:srgbClr val="FFFF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45"/>
            <p:cNvSpPr txBox="1"/>
            <p:nvPr/>
          </p:nvSpPr>
          <p:spPr>
            <a:xfrm>
              <a:off x="142875" y="0"/>
              <a:ext cx="1714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666666"/>
                  </a:solidFill>
                  <a:latin typeface="Afacad Flux Medium"/>
                  <a:ea typeface="Afacad Flux Medium"/>
                  <a:cs typeface="Afacad Flux Medium"/>
                  <a:sym typeface="Afacad Flux Medium"/>
                </a:rPr>
                <a:t>Configuración manual</a:t>
              </a:r>
              <a:endParaRPr b="0" sz="1300">
                <a:solidFill>
                  <a:srgbClr val="666666"/>
                </a:solidFill>
                <a:latin typeface="Afacad Flux Medium"/>
                <a:ea typeface="Afacad Flux Medium"/>
                <a:cs typeface="Afacad Flux Medium"/>
                <a:sym typeface="Afacad Flux Medium"/>
              </a:endParaRPr>
            </a:p>
          </p:txBody>
        </p:sp>
        <p:sp>
          <p:nvSpPr>
            <p:cNvPr id="334" name="Google Shape;334;p45"/>
            <p:cNvSpPr txBox="1"/>
            <p:nvPr/>
          </p:nvSpPr>
          <p:spPr>
            <a:xfrm>
              <a:off x="2000250" y="0"/>
              <a:ext cx="476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823A"/>
                  </a:solidFill>
                  <a:latin typeface="Afacad Flux"/>
                  <a:ea typeface="Afacad Flux"/>
                  <a:cs typeface="Afacad Flux"/>
                  <a:sym typeface="Afacad Flux"/>
                </a:rPr>
                <a:t>➔</a:t>
              </a:r>
              <a:endParaRPr b="1" sz="1600">
                <a:solidFill>
                  <a:srgbClr val="FF823A"/>
                </a:solidFill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335" name="Google Shape;335;p45"/>
            <p:cNvSpPr txBox="1"/>
            <p:nvPr/>
          </p:nvSpPr>
          <p:spPr>
            <a:xfrm>
              <a:off x="2619375" y="0"/>
              <a:ext cx="1714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222222"/>
                  </a:solidFill>
                  <a:latin typeface="Afacad Flux"/>
                  <a:ea typeface="Afacad Flux"/>
                  <a:cs typeface="Afacad Flux"/>
                  <a:sym typeface="Afacad Flux"/>
                </a:rPr>
                <a:t> Generación mediante IA</a:t>
              </a:r>
              <a:endParaRPr b="1" sz="1300">
                <a:solidFill>
                  <a:srgbClr val="222222"/>
                </a:solidFill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</p:grpSp>
      <p:grpSp>
        <p:nvGrpSpPr>
          <p:cNvPr id="336" name="Google Shape;336;p45"/>
          <p:cNvGrpSpPr/>
          <p:nvPr/>
        </p:nvGrpSpPr>
        <p:grpSpPr>
          <a:xfrm>
            <a:off x="476250" y="3476625"/>
            <a:ext cx="4476900" cy="571500"/>
            <a:chOff x="0" y="0"/>
            <a:chExt cx="4476900" cy="571500"/>
          </a:xfrm>
        </p:grpSpPr>
        <p:sp>
          <p:nvSpPr>
            <p:cNvPr id="337" name="Google Shape;337;p45"/>
            <p:cNvSpPr/>
            <p:nvPr/>
          </p:nvSpPr>
          <p:spPr>
            <a:xfrm>
              <a:off x="0" y="0"/>
              <a:ext cx="4476900" cy="571500"/>
            </a:xfrm>
            <a:prstGeom prst="roundRect">
              <a:avLst>
                <a:gd fmla="val 20000" name="adj"/>
              </a:avLst>
            </a:prstGeom>
            <a:solidFill>
              <a:srgbClr val="FFFF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45"/>
            <p:cNvSpPr txBox="1"/>
            <p:nvPr/>
          </p:nvSpPr>
          <p:spPr>
            <a:xfrm>
              <a:off x="142875" y="0"/>
              <a:ext cx="1714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666666"/>
                  </a:solidFill>
                  <a:latin typeface="Afacad Flux Medium"/>
                  <a:ea typeface="Afacad Flux Medium"/>
                  <a:cs typeface="Afacad Flux Medium"/>
                  <a:sym typeface="Afacad Flux Medium"/>
                </a:rPr>
                <a:t>Servicios independientes</a:t>
              </a:r>
              <a:endParaRPr b="0" sz="1300">
                <a:solidFill>
                  <a:srgbClr val="666666"/>
                </a:solidFill>
                <a:latin typeface="Afacad Flux Medium"/>
                <a:ea typeface="Afacad Flux Medium"/>
                <a:cs typeface="Afacad Flux Medium"/>
                <a:sym typeface="Afacad Flux Medium"/>
              </a:endParaRPr>
            </a:p>
          </p:txBody>
        </p:sp>
        <p:sp>
          <p:nvSpPr>
            <p:cNvPr id="339" name="Google Shape;339;p45"/>
            <p:cNvSpPr txBox="1"/>
            <p:nvPr/>
          </p:nvSpPr>
          <p:spPr>
            <a:xfrm>
              <a:off x="2000250" y="0"/>
              <a:ext cx="476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823A"/>
                  </a:solidFill>
                  <a:latin typeface="Afacad Flux"/>
                  <a:ea typeface="Afacad Flux"/>
                  <a:cs typeface="Afacad Flux"/>
                  <a:sym typeface="Afacad Flux"/>
                </a:rPr>
                <a:t>➔</a:t>
              </a:r>
              <a:endParaRPr b="1" sz="1600">
                <a:solidFill>
                  <a:srgbClr val="FF823A"/>
                </a:solidFill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340" name="Google Shape;340;p45"/>
            <p:cNvSpPr txBox="1"/>
            <p:nvPr/>
          </p:nvSpPr>
          <p:spPr>
            <a:xfrm>
              <a:off x="2619375" y="0"/>
              <a:ext cx="1714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222222"/>
                  </a:solidFill>
                  <a:latin typeface="Afacad Flux"/>
                  <a:ea typeface="Afacad Flux"/>
                  <a:cs typeface="Afacad Flux"/>
                  <a:sym typeface="Afacad Flux"/>
                </a:rPr>
                <a:t> Una experiencia integrada</a:t>
              </a:r>
              <a:endParaRPr b="1" sz="1300">
                <a:solidFill>
                  <a:srgbClr val="222222"/>
                </a:solidFill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</p:grpSp>
      <p:grpSp>
        <p:nvGrpSpPr>
          <p:cNvPr id="341" name="Google Shape;341;p45"/>
          <p:cNvGrpSpPr/>
          <p:nvPr/>
        </p:nvGrpSpPr>
        <p:grpSpPr>
          <a:xfrm>
            <a:off x="5238750" y="1333500"/>
            <a:ext cx="3429000" cy="2190900"/>
            <a:chOff x="0" y="0"/>
            <a:chExt cx="3429000" cy="2190900"/>
          </a:xfrm>
        </p:grpSpPr>
        <p:sp>
          <p:nvSpPr>
            <p:cNvPr id="342" name="Google Shape;342;p45"/>
            <p:cNvSpPr/>
            <p:nvPr/>
          </p:nvSpPr>
          <p:spPr>
            <a:xfrm>
              <a:off x="0" y="0"/>
              <a:ext cx="3429000" cy="2190900"/>
            </a:xfrm>
            <a:prstGeom prst="roundRect">
              <a:avLst>
                <a:gd fmla="val 6956" name="adj"/>
              </a:avLst>
            </a:prstGeom>
            <a:solidFill>
              <a:srgbClr val="FFFF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45"/>
            <p:cNvSpPr/>
            <p:nvPr/>
          </p:nvSpPr>
          <p:spPr>
            <a:xfrm>
              <a:off x="0" y="0"/>
              <a:ext cx="57300" cy="2190900"/>
            </a:xfrm>
            <a:prstGeom prst="roundRect">
              <a:avLst>
                <a:gd fmla="val 50000" name="adj"/>
              </a:avLst>
            </a:prstGeom>
            <a:solidFill>
              <a:srgbClr val="C9F6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45"/>
            <p:cNvSpPr txBox="1"/>
            <p:nvPr/>
          </p:nvSpPr>
          <p:spPr>
            <a:xfrm>
              <a:off x="238125" y="190500"/>
              <a:ext cx="29529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222222"/>
                  </a:solidFill>
                  <a:latin typeface="Afacad Flux"/>
                  <a:ea typeface="Afacad Flux"/>
                  <a:cs typeface="Afacad Flux"/>
                  <a:sym typeface="Afacad Flux"/>
                </a:rPr>
                <a:t>La principal diferencia</a:t>
              </a:r>
              <a:endParaRPr b="1" sz="1600">
                <a:solidFill>
                  <a:srgbClr val="222222"/>
                </a:solidFill>
                <a:latin typeface="Afacad Flux"/>
                <a:ea typeface="Afacad Flux"/>
                <a:cs typeface="Afacad Flux"/>
                <a:sym typeface="Afacad Flux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444444"/>
                  </a:solidFill>
                  <a:latin typeface="Afacad Flux"/>
                  <a:ea typeface="Afacad Flux"/>
                  <a:cs typeface="Afacad Flux"/>
                  <a:sym typeface="Afacad Flux"/>
                </a:rPr>
                <a:t>Integrar entrenamiento y alimentación en una misma experiencia, utilizando un perfil unificado y considerando variables clave como objetivos, tiempo, equipamiento y preferencias alimentarias.</a:t>
              </a:r>
              <a:endParaRPr b="0" sz="1250">
                <a:solidFill>
                  <a:srgbClr val="444444"/>
                </a:solidFill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</p:grpSp>
      <p:grpSp>
        <p:nvGrpSpPr>
          <p:cNvPr id="345" name="Google Shape;345;p45"/>
          <p:cNvGrpSpPr/>
          <p:nvPr/>
        </p:nvGrpSpPr>
        <p:grpSpPr>
          <a:xfrm>
            <a:off x="5238750" y="3667125"/>
            <a:ext cx="3429000" cy="381000"/>
            <a:chOff x="0" y="0"/>
            <a:chExt cx="3429000" cy="381000"/>
          </a:xfrm>
        </p:grpSpPr>
        <p:sp>
          <p:nvSpPr>
            <p:cNvPr id="346" name="Google Shape;346;p45"/>
            <p:cNvSpPr/>
            <p:nvPr/>
          </p:nvSpPr>
          <p:spPr>
            <a:xfrm>
              <a:off x="0" y="0"/>
              <a:ext cx="3429000" cy="381000"/>
            </a:xfrm>
            <a:prstGeom prst="roundRect">
              <a:avLst>
                <a:gd fmla="val 50000" name="adj"/>
              </a:avLst>
            </a:prstGeom>
            <a:solidFill>
              <a:srgbClr val="000000">
                <a:alpha val="4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45"/>
            <p:cNvSpPr txBox="1"/>
            <p:nvPr/>
          </p:nvSpPr>
          <p:spPr>
            <a:xfrm>
              <a:off x="142875" y="0"/>
              <a:ext cx="3143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823A"/>
                  </a:solidFill>
                  <a:latin typeface="Afacad Flux SemiBold"/>
                  <a:ea typeface="Afacad Flux SemiBold"/>
                  <a:cs typeface="Afacad Flux SemiBold"/>
                  <a:sym typeface="Afacad Flux SemiBold"/>
                </a:rPr>
                <a:t>Referentes:</a:t>
              </a:r>
              <a:r>
                <a:rPr b="0" lang="en" sz="1100">
                  <a:solidFill>
                    <a:srgbClr val="555555"/>
                  </a:solidFill>
                  <a:latin typeface="Afacad Flux SemiBold"/>
                  <a:ea typeface="Afacad Flux SemiBold"/>
                  <a:cs typeface="Afacad Flux SemiBold"/>
                  <a:sym typeface="Afacad Flux SemiBold"/>
                </a:rPr>
                <a:t> Fitbod, Freeletics, Zing Coach y FitOn</a:t>
              </a:r>
              <a:endParaRPr b="0" sz="1100">
                <a:solidFill>
                  <a:srgbClr val="555555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6"/>
          <p:cNvSpPr txBox="1"/>
          <p:nvPr/>
        </p:nvSpPr>
        <p:spPr>
          <a:xfrm>
            <a:off x="476250" y="38100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222222"/>
                </a:solidFill>
                <a:latin typeface="Afacad Flux"/>
                <a:ea typeface="Afacad Flux"/>
                <a:cs typeface="Afacad Flux"/>
                <a:sym typeface="Afacad Flux"/>
              </a:rPr>
              <a:t>¿Cómo se llevará a cabo?</a:t>
            </a:r>
            <a:endParaRPr b="1" sz="3200">
              <a:solidFill>
                <a:srgbClr val="222222"/>
              </a:solidFill>
              <a:latin typeface="Afacad Flux"/>
              <a:ea typeface="Afacad Flux"/>
              <a:cs typeface="Afacad Flux"/>
              <a:sym typeface="Afacad Flux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FF823A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Aplicación y modelo de negocio para el ecosistema All Fitness</a:t>
            </a:r>
            <a:endParaRPr b="0" sz="1400">
              <a:solidFill>
                <a:srgbClr val="FF823A"/>
              </a:solidFill>
              <a:latin typeface="Afacad Flux SemiBold"/>
              <a:ea typeface="Afacad Flux SemiBold"/>
              <a:cs typeface="Afacad Flux SemiBold"/>
              <a:sym typeface="Afacad Flux SemiBold"/>
            </a:endParaRPr>
          </a:p>
        </p:txBody>
      </p:sp>
      <p:grpSp>
        <p:nvGrpSpPr>
          <p:cNvPr id="353" name="Google Shape;353;p46"/>
          <p:cNvGrpSpPr/>
          <p:nvPr/>
        </p:nvGrpSpPr>
        <p:grpSpPr>
          <a:xfrm>
            <a:off x="476250" y="1333500"/>
            <a:ext cx="3905400" cy="3048000"/>
            <a:chOff x="0" y="0"/>
            <a:chExt cx="3905400" cy="3048000"/>
          </a:xfrm>
        </p:grpSpPr>
        <p:sp>
          <p:nvSpPr>
            <p:cNvPr id="354" name="Google Shape;354;p46"/>
            <p:cNvSpPr/>
            <p:nvPr/>
          </p:nvSpPr>
          <p:spPr>
            <a:xfrm>
              <a:off x="0" y="0"/>
              <a:ext cx="3905400" cy="3048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46"/>
            <p:cNvSpPr txBox="1"/>
            <p:nvPr/>
          </p:nvSpPr>
          <p:spPr>
            <a:xfrm>
              <a:off x="238125" y="238125"/>
              <a:ext cx="34290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222222"/>
                  </a:solidFill>
                  <a:latin typeface="Afacad Flux"/>
                  <a:ea typeface="Afacad Flux"/>
                  <a:cs typeface="Afacad Flux"/>
                  <a:sym typeface="Afacad Flux"/>
                </a:rPr>
                <a:t> Plataforma y Desarrollo</a:t>
              </a:r>
              <a:endParaRPr b="1" sz="1800">
                <a:solidFill>
                  <a:srgbClr val="222222"/>
                </a:solidFill>
                <a:latin typeface="Afacad Flux"/>
                <a:ea typeface="Afacad Flux"/>
                <a:cs typeface="Afacad Flux"/>
                <a:sym typeface="Afacad Flux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444444"/>
                  </a:solidFill>
                  <a:latin typeface="Afacad Flux"/>
                  <a:ea typeface="Afacad Flux"/>
                  <a:cs typeface="Afacad Flux"/>
                  <a:sym typeface="Afacad Flux"/>
                </a:rPr>
                <a:t>La base tecnológica que soportará nuestra solución de bienestar inteligente, optimizada para un alto rendimiento y adaptabilidad de pantallas.</a:t>
              </a:r>
              <a:endParaRPr b="0" sz="1150">
                <a:solidFill>
                  <a:srgbClr val="444444"/>
                </a:solidFill>
                <a:latin typeface="Afacad Flux"/>
                <a:ea typeface="Afacad Flux"/>
                <a:cs typeface="Afacad Flux"/>
                <a:sym typeface="Afacad Flux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00000"/>
                  </a:solidFill>
                  <a:highlight>
                    <a:srgbClr val="E8D1FF"/>
                  </a:highlight>
                </a:rPr>
                <a:t>Android 12L — API 32</a:t>
              </a:r>
              <a:endParaRPr/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444444"/>
                  </a:solidFill>
                  <a:latin typeface="Afacad Flux"/>
                  <a:ea typeface="Afacad Flux"/>
                  <a:cs typeface="Afacad Flux"/>
                  <a:sym typeface="Afacad Flux"/>
                </a:rPr>
                <a:t>Diseñada específicamente para aprovechar las ventajas de diseño adaptativo en dispositivos plegables, tablets y pantallas grandes.</a:t>
              </a:r>
              <a:endParaRPr b="0" sz="1150">
                <a:solidFill>
                  <a:srgbClr val="444444"/>
                </a:solidFill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</p:grpSp>
      <p:grpSp>
        <p:nvGrpSpPr>
          <p:cNvPr id="356" name="Google Shape;356;p46"/>
          <p:cNvGrpSpPr/>
          <p:nvPr/>
        </p:nvGrpSpPr>
        <p:grpSpPr>
          <a:xfrm>
            <a:off x="4762500" y="1333500"/>
            <a:ext cx="3905400" cy="3048000"/>
            <a:chOff x="0" y="0"/>
            <a:chExt cx="3905400" cy="3048000"/>
          </a:xfrm>
        </p:grpSpPr>
        <p:sp>
          <p:nvSpPr>
            <p:cNvPr id="357" name="Google Shape;357;p46"/>
            <p:cNvSpPr/>
            <p:nvPr/>
          </p:nvSpPr>
          <p:spPr>
            <a:xfrm>
              <a:off x="0" y="0"/>
              <a:ext cx="3905400" cy="3048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46"/>
            <p:cNvSpPr/>
            <p:nvPr/>
          </p:nvSpPr>
          <p:spPr>
            <a:xfrm>
              <a:off x="0" y="0"/>
              <a:ext cx="57300" cy="3048000"/>
            </a:xfrm>
            <a:prstGeom prst="roundRect">
              <a:avLst>
                <a:gd fmla="val 50000" name="adj"/>
              </a:avLst>
            </a:prstGeom>
            <a:solidFill>
              <a:srgbClr val="FF823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46"/>
            <p:cNvSpPr txBox="1"/>
            <p:nvPr/>
          </p:nvSpPr>
          <p:spPr>
            <a:xfrm>
              <a:off x="238125" y="238125"/>
              <a:ext cx="34290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222222"/>
                  </a:solidFill>
                  <a:latin typeface="Afacad Flux"/>
                  <a:ea typeface="Afacad Flux"/>
                  <a:cs typeface="Afacad Flux"/>
                  <a:sym typeface="Afacad Flux"/>
                </a:rPr>
                <a:t> Modelo de Negocio</a:t>
              </a:r>
              <a:endParaRPr b="1" sz="1800">
                <a:solidFill>
                  <a:srgbClr val="222222"/>
                </a:solidFill>
                <a:latin typeface="Afacad Flux"/>
                <a:ea typeface="Afacad Flux"/>
                <a:cs typeface="Afacad Flux"/>
                <a:sym typeface="Afacad Flux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FF823A"/>
                  </a:solidFill>
                  <a:latin typeface="Afacad Flux SemiBold"/>
                  <a:ea typeface="Afacad Flux SemiBold"/>
                  <a:cs typeface="Afacad Flux SemiBold"/>
                  <a:sym typeface="Afacad Flux SemiBold"/>
                </a:rPr>
                <a:t>Esquema Freemium + Anuncios</a:t>
              </a:r>
              <a:endParaRPr b="0" sz="1150">
                <a:solidFill>
                  <a:srgbClr val="FF823A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endParaRPr>
            </a:p>
            <a:p>
              <a:pPr indent="-3016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44444"/>
                </a:buClr>
                <a:buSzPts val="1150"/>
                <a:buFont typeface="Afacad Flux"/>
                <a:buChar char="●"/>
              </a:pPr>
              <a:r>
                <a:rPr b="0" lang="en" sz="1150">
                  <a:solidFill>
                    <a:srgbClr val="444444"/>
                  </a:solidFill>
                  <a:latin typeface="Afacad Flux"/>
                  <a:ea typeface="Afacad Flux"/>
                  <a:cs typeface="Afacad Flux"/>
                  <a:sym typeface="Afacad Flux"/>
                </a:rPr>
                <a:t>Funciones principales de entrenamiento y nutrición gratuitas para garantizar el acceso global.</a:t>
              </a:r>
              <a:endParaRPr b="0" sz="1150">
                <a:solidFill>
                  <a:srgbClr val="444444"/>
                </a:solidFill>
                <a:latin typeface="Afacad Flux"/>
                <a:ea typeface="Afacad Flux"/>
                <a:cs typeface="Afacad Flux"/>
                <a:sym typeface="Afacad Flux"/>
              </a:endParaRPr>
            </a:p>
            <a:p>
              <a:pPr indent="-3016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44444"/>
                </a:buClr>
                <a:buSzPts val="1150"/>
                <a:buFont typeface="Afacad Flux"/>
                <a:buChar char="●"/>
              </a:pPr>
              <a:r>
                <a:rPr b="0" lang="en" sz="1150">
                  <a:solidFill>
                    <a:srgbClr val="444444"/>
                  </a:solidFill>
                  <a:latin typeface="Afacad Flux"/>
                  <a:ea typeface="Afacad Flux"/>
                  <a:cs typeface="Afacad Flux"/>
                  <a:sym typeface="Afacad Flux"/>
                </a:rPr>
                <a:t>Generación de ingresos constantes mediante la integración de publicidad no intrusiva.</a:t>
              </a:r>
              <a:endParaRPr b="0" sz="1150">
                <a:solidFill>
                  <a:srgbClr val="444444"/>
                </a:solidFill>
                <a:latin typeface="Afacad Flux"/>
                <a:ea typeface="Afacad Flux"/>
                <a:cs typeface="Afacad Flux"/>
                <a:sym typeface="Afacad Flux"/>
              </a:endParaRPr>
            </a:p>
            <a:p>
              <a:pPr indent="-3016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44444"/>
                </a:buClr>
                <a:buSzPts val="1150"/>
                <a:buFont typeface="Afacad Flux"/>
                <a:buChar char="●"/>
              </a:pPr>
              <a:r>
                <a:rPr b="0" lang="en" sz="1150">
                  <a:solidFill>
                    <a:srgbClr val="444444"/>
                  </a:solidFill>
                  <a:latin typeface="Afacad Flux"/>
                  <a:ea typeface="Afacad Flux"/>
                  <a:cs typeface="Afacad Flux"/>
                  <a:sym typeface="Afacad Flux"/>
                </a:rPr>
                <a:t>Futuro plan Premium para usuarios que buscan dar el siguiente paso en su entrenamiento.</a:t>
              </a:r>
              <a:endParaRPr b="0" sz="1150">
                <a:solidFill>
                  <a:srgbClr val="444444"/>
                </a:solidFill>
                <a:latin typeface="Afacad Flux"/>
                <a:ea typeface="Afacad Flux"/>
                <a:cs typeface="Afacad Flux"/>
                <a:sym typeface="Afacad Flux"/>
              </a:endParaRPr>
            </a:p>
            <a:p>
              <a:pPr indent="-301625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444444"/>
                </a:buClr>
                <a:buSzPts val="1150"/>
                <a:buFont typeface="Afacad Flux"/>
                <a:buChar char="●"/>
              </a:pPr>
              <a:r>
                <a:rPr b="0" lang="en" sz="1150">
                  <a:solidFill>
                    <a:srgbClr val="444444"/>
                  </a:solidFill>
                  <a:latin typeface="Afacad Flux"/>
                  <a:ea typeface="Afacad Flux"/>
                  <a:cs typeface="Afacad Flux"/>
                  <a:sym typeface="Afacad Flux"/>
                </a:rPr>
                <a:t>Funcionalidades adicionales avanzadas y una experiencia completamente libre de anuncios.</a:t>
              </a:r>
              <a:endParaRPr b="0" sz="1150">
                <a:solidFill>
                  <a:srgbClr val="444444"/>
                </a:solidFill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7"/>
          <p:cNvSpPr txBox="1"/>
          <p:nvPr>
            <p:ph type="title"/>
          </p:nvPr>
        </p:nvSpPr>
        <p:spPr>
          <a:xfrm>
            <a:off x="137160" y="228600"/>
            <a:ext cx="6480300" cy="28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a few words, explain why you joined the team. Hype yourself up and let everyone know what they should expect from you in the future.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8"/>
          <p:cNvSpPr/>
          <p:nvPr/>
        </p:nvSpPr>
        <p:spPr>
          <a:xfrm>
            <a:off x="256450" y="1115174"/>
            <a:ext cx="4923900" cy="3568200"/>
          </a:xfrm>
          <a:prstGeom prst="roundRect">
            <a:avLst>
              <a:gd fmla="val 562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370" name="Google Shape;370;p48"/>
          <p:cNvSpPr/>
          <p:nvPr/>
        </p:nvSpPr>
        <p:spPr>
          <a:xfrm>
            <a:off x="5305775" y="2997500"/>
            <a:ext cx="3579300" cy="1686300"/>
          </a:xfrm>
          <a:prstGeom prst="roundRect">
            <a:avLst>
              <a:gd fmla="val 11209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>
              <a:solidFill>
                <a:schemeClr val="dk2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descr="A chart visualizing a person's proficiency at various skills. " id="371" name="Google Shape;371;p48"/>
          <p:cNvSpPr/>
          <p:nvPr/>
        </p:nvSpPr>
        <p:spPr>
          <a:xfrm>
            <a:off x="557200" y="1414090"/>
            <a:ext cx="4322400" cy="5112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Afacad Flux SemiBold"/>
              <a:ea typeface="Afacad Flux SemiBold"/>
              <a:cs typeface="Afacad Flux SemiBold"/>
              <a:sym typeface="Afacad Flux SemiBold"/>
            </a:endParaRPr>
          </a:p>
        </p:txBody>
      </p:sp>
      <p:sp>
        <p:nvSpPr>
          <p:cNvPr id="372" name="Google Shape;372;p48"/>
          <p:cNvSpPr/>
          <p:nvPr/>
        </p:nvSpPr>
        <p:spPr>
          <a:xfrm>
            <a:off x="557200" y="2028885"/>
            <a:ext cx="4322400" cy="5112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Afacad Flux SemiBold"/>
              <a:ea typeface="Afacad Flux SemiBold"/>
              <a:cs typeface="Afacad Flux SemiBold"/>
              <a:sym typeface="Afacad Flux SemiBold"/>
            </a:endParaRPr>
          </a:p>
        </p:txBody>
      </p:sp>
      <p:sp>
        <p:nvSpPr>
          <p:cNvPr id="373" name="Google Shape;373;p48"/>
          <p:cNvSpPr/>
          <p:nvPr/>
        </p:nvSpPr>
        <p:spPr>
          <a:xfrm>
            <a:off x="557200" y="2643679"/>
            <a:ext cx="4322400" cy="5112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Afacad Flux SemiBold"/>
              <a:ea typeface="Afacad Flux SemiBold"/>
              <a:cs typeface="Afacad Flux SemiBold"/>
              <a:sym typeface="Afacad Flux SemiBold"/>
            </a:endParaRPr>
          </a:p>
        </p:txBody>
      </p:sp>
      <p:sp>
        <p:nvSpPr>
          <p:cNvPr id="374" name="Google Shape;374;p48"/>
          <p:cNvSpPr/>
          <p:nvPr/>
        </p:nvSpPr>
        <p:spPr>
          <a:xfrm>
            <a:off x="557200" y="3258474"/>
            <a:ext cx="4322400" cy="5112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Afacad Flux SemiBold"/>
              <a:ea typeface="Afacad Flux SemiBold"/>
              <a:cs typeface="Afacad Flux SemiBold"/>
              <a:sym typeface="Afacad Flux SemiBold"/>
            </a:endParaRPr>
          </a:p>
        </p:txBody>
      </p:sp>
      <p:sp>
        <p:nvSpPr>
          <p:cNvPr id="375" name="Google Shape;375;p48"/>
          <p:cNvSpPr/>
          <p:nvPr/>
        </p:nvSpPr>
        <p:spPr>
          <a:xfrm>
            <a:off x="557200" y="3873268"/>
            <a:ext cx="4322400" cy="5112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Afacad Flux SemiBold"/>
              <a:ea typeface="Afacad Flux SemiBold"/>
              <a:cs typeface="Afacad Flux SemiBold"/>
              <a:sym typeface="Afacad Flux SemiBold"/>
            </a:endParaRPr>
          </a:p>
        </p:txBody>
      </p:sp>
      <p:sp>
        <p:nvSpPr>
          <p:cNvPr id="376" name="Google Shape;376;p48"/>
          <p:cNvSpPr/>
          <p:nvPr/>
        </p:nvSpPr>
        <p:spPr>
          <a:xfrm>
            <a:off x="3617998" y="1588994"/>
            <a:ext cx="161400" cy="1614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377" name="Google Shape;377;p48"/>
          <p:cNvSpPr/>
          <p:nvPr/>
        </p:nvSpPr>
        <p:spPr>
          <a:xfrm>
            <a:off x="3837415" y="1588994"/>
            <a:ext cx="161400" cy="1614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378" name="Google Shape;378;p48"/>
          <p:cNvSpPr/>
          <p:nvPr/>
        </p:nvSpPr>
        <p:spPr>
          <a:xfrm>
            <a:off x="4056832" y="1588994"/>
            <a:ext cx="161400" cy="1614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379" name="Google Shape;379;p48"/>
          <p:cNvSpPr/>
          <p:nvPr/>
        </p:nvSpPr>
        <p:spPr>
          <a:xfrm>
            <a:off x="4276248" y="1588994"/>
            <a:ext cx="161400" cy="1614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380" name="Google Shape;380;p48"/>
          <p:cNvSpPr/>
          <p:nvPr/>
        </p:nvSpPr>
        <p:spPr>
          <a:xfrm>
            <a:off x="4495665" y="1588994"/>
            <a:ext cx="161400" cy="1614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381" name="Google Shape;381;p48"/>
          <p:cNvSpPr/>
          <p:nvPr/>
        </p:nvSpPr>
        <p:spPr>
          <a:xfrm>
            <a:off x="3617998" y="2203789"/>
            <a:ext cx="161400" cy="1614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382" name="Google Shape;382;p48"/>
          <p:cNvSpPr/>
          <p:nvPr/>
        </p:nvSpPr>
        <p:spPr>
          <a:xfrm>
            <a:off x="3837415" y="2203789"/>
            <a:ext cx="161400" cy="1614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383" name="Google Shape;383;p48"/>
          <p:cNvSpPr/>
          <p:nvPr/>
        </p:nvSpPr>
        <p:spPr>
          <a:xfrm>
            <a:off x="4056832" y="2203789"/>
            <a:ext cx="161400" cy="1614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384" name="Google Shape;384;p48"/>
          <p:cNvSpPr/>
          <p:nvPr/>
        </p:nvSpPr>
        <p:spPr>
          <a:xfrm>
            <a:off x="4276248" y="2203789"/>
            <a:ext cx="161400" cy="1614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385" name="Google Shape;385;p48"/>
          <p:cNvSpPr/>
          <p:nvPr/>
        </p:nvSpPr>
        <p:spPr>
          <a:xfrm>
            <a:off x="4495665" y="2203789"/>
            <a:ext cx="161400" cy="1614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386" name="Google Shape;386;p48"/>
          <p:cNvSpPr/>
          <p:nvPr/>
        </p:nvSpPr>
        <p:spPr>
          <a:xfrm>
            <a:off x="3617998" y="2818583"/>
            <a:ext cx="161400" cy="1614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387" name="Google Shape;387;p48"/>
          <p:cNvSpPr/>
          <p:nvPr/>
        </p:nvSpPr>
        <p:spPr>
          <a:xfrm>
            <a:off x="3837415" y="2818583"/>
            <a:ext cx="161400" cy="1614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388" name="Google Shape;388;p48"/>
          <p:cNvSpPr/>
          <p:nvPr/>
        </p:nvSpPr>
        <p:spPr>
          <a:xfrm>
            <a:off x="4056832" y="2818583"/>
            <a:ext cx="161400" cy="1614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389" name="Google Shape;389;p48"/>
          <p:cNvSpPr/>
          <p:nvPr/>
        </p:nvSpPr>
        <p:spPr>
          <a:xfrm>
            <a:off x="4276248" y="2818583"/>
            <a:ext cx="161400" cy="1614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390" name="Google Shape;390;p48"/>
          <p:cNvSpPr/>
          <p:nvPr/>
        </p:nvSpPr>
        <p:spPr>
          <a:xfrm>
            <a:off x="4495665" y="2818583"/>
            <a:ext cx="161400" cy="1614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391" name="Google Shape;391;p48"/>
          <p:cNvSpPr/>
          <p:nvPr/>
        </p:nvSpPr>
        <p:spPr>
          <a:xfrm>
            <a:off x="3617998" y="3433378"/>
            <a:ext cx="161400" cy="1614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392" name="Google Shape;392;p48"/>
          <p:cNvSpPr/>
          <p:nvPr/>
        </p:nvSpPr>
        <p:spPr>
          <a:xfrm>
            <a:off x="3837415" y="3433378"/>
            <a:ext cx="161400" cy="1614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393" name="Google Shape;393;p48"/>
          <p:cNvSpPr/>
          <p:nvPr/>
        </p:nvSpPr>
        <p:spPr>
          <a:xfrm>
            <a:off x="4056832" y="3433378"/>
            <a:ext cx="161400" cy="1614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394" name="Google Shape;394;p48"/>
          <p:cNvSpPr/>
          <p:nvPr/>
        </p:nvSpPr>
        <p:spPr>
          <a:xfrm>
            <a:off x="4276248" y="3433378"/>
            <a:ext cx="161400" cy="1614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395" name="Google Shape;395;p48"/>
          <p:cNvSpPr/>
          <p:nvPr/>
        </p:nvSpPr>
        <p:spPr>
          <a:xfrm>
            <a:off x="4495665" y="3433378"/>
            <a:ext cx="161400" cy="1614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396" name="Google Shape;396;p48"/>
          <p:cNvSpPr/>
          <p:nvPr/>
        </p:nvSpPr>
        <p:spPr>
          <a:xfrm>
            <a:off x="3617998" y="4048172"/>
            <a:ext cx="161400" cy="1614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397" name="Google Shape;397;p48"/>
          <p:cNvSpPr/>
          <p:nvPr/>
        </p:nvSpPr>
        <p:spPr>
          <a:xfrm>
            <a:off x="3837415" y="4048172"/>
            <a:ext cx="161400" cy="1614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398" name="Google Shape;398;p48"/>
          <p:cNvSpPr/>
          <p:nvPr/>
        </p:nvSpPr>
        <p:spPr>
          <a:xfrm>
            <a:off x="4056832" y="4048172"/>
            <a:ext cx="161400" cy="1614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399" name="Google Shape;399;p48"/>
          <p:cNvSpPr/>
          <p:nvPr/>
        </p:nvSpPr>
        <p:spPr>
          <a:xfrm>
            <a:off x="4276248" y="4048172"/>
            <a:ext cx="161400" cy="1614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400" name="Google Shape;400;p48"/>
          <p:cNvSpPr/>
          <p:nvPr/>
        </p:nvSpPr>
        <p:spPr>
          <a:xfrm>
            <a:off x="4495665" y="4048172"/>
            <a:ext cx="161400" cy="1614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401" name="Google Shape;401;p48"/>
          <p:cNvSpPr txBox="1"/>
          <p:nvPr>
            <p:ph type="title"/>
          </p:nvPr>
        </p:nvSpPr>
        <p:spPr>
          <a:xfrm>
            <a:off x="137152" y="228600"/>
            <a:ext cx="5032200" cy="7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I’m good at</a:t>
            </a:r>
            <a:endParaRPr/>
          </a:p>
        </p:txBody>
      </p:sp>
      <p:sp>
        <p:nvSpPr>
          <p:cNvPr id="402" name="Google Shape;402;p48"/>
          <p:cNvSpPr txBox="1"/>
          <p:nvPr>
            <p:ph idx="1" type="subTitle"/>
          </p:nvPr>
        </p:nvSpPr>
        <p:spPr>
          <a:xfrm>
            <a:off x="5477525" y="3104450"/>
            <a:ext cx="3235800" cy="292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Sports &amp; Games</a:t>
            </a:r>
            <a:endParaRPr/>
          </a:p>
        </p:txBody>
      </p:sp>
      <p:sp>
        <p:nvSpPr>
          <p:cNvPr id="403" name="Google Shape;403;p48"/>
          <p:cNvSpPr txBox="1"/>
          <p:nvPr>
            <p:ph idx="2" type="subTitle"/>
          </p:nvPr>
        </p:nvSpPr>
        <p:spPr>
          <a:xfrm>
            <a:off x="557200" y="1516850"/>
            <a:ext cx="2506200" cy="3057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Skill 1</a:t>
            </a:r>
            <a:endParaRPr/>
          </a:p>
        </p:txBody>
      </p:sp>
      <p:sp>
        <p:nvSpPr>
          <p:cNvPr id="404" name="Google Shape;404;p48"/>
          <p:cNvSpPr txBox="1"/>
          <p:nvPr>
            <p:ph idx="3" type="subTitle"/>
          </p:nvPr>
        </p:nvSpPr>
        <p:spPr>
          <a:xfrm>
            <a:off x="557200" y="2131638"/>
            <a:ext cx="2506200" cy="3057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Skill 2</a:t>
            </a:r>
            <a:endParaRPr/>
          </a:p>
        </p:txBody>
      </p:sp>
      <p:sp>
        <p:nvSpPr>
          <p:cNvPr id="405" name="Google Shape;405;p48"/>
          <p:cNvSpPr txBox="1"/>
          <p:nvPr>
            <p:ph idx="4" type="subTitle"/>
          </p:nvPr>
        </p:nvSpPr>
        <p:spPr>
          <a:xfrm>
            <a:off x="557200" y="2746425"/>
            <a:ext cx="2506200" cy="3057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Skill 3</a:t>
            </a:r>
            <a:endParaRPr/>
          </a:p>
        </p:txBody>
      </p:sp>
      <p:sp>
        <p:nvSpPr>
          <p:cNvPr id="406" name="Google Shape;406;p48"/>
          <p:cNvSpPr txBox="1"/>
          <p:nvPr>
            <p:ph idx="5" type="subTitle"/>
          </p:nvPr>
        </p:nvSpPr>
        <p:spPr>
          <a:xfrm>
            <a:off x="557200" y="3361213"/>
            <a:ext cx="2506200" cy="3057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Skill 4</a:t>
            </a:r>
            <a:endParaRPr/>
          </a:p>
        </p:txBody>
      </p:sp>
      <p:sp>
        <p:nvSpPr>
          <p:cNvPr id="407" name="Google Shape;407;p48"/>
          <p:cNvSpPr txBox="1"/>
          <p:nvPr>
            <p:ph idx="6" type="subTitle"/>
          </p:nvPr>
        </p:nvSpPr>
        <p:spPr>
          <a:xfrm>
            <a:off x="557200" y="3976000"/>
            <a:ext cx="2506200" cy="3057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Skill 5</a:t>
            </a:r>
            <a:endParaRPr/>
          </a:p>
        </p:txBody>
      </p:sp>
      <p:sp>
        <p:nvSpPr>
          <p:cNvPr id="408" name="Google Shape;408;p48"/>
          <p:cNvSpPr/>
          <p:nvPr/>
        </p:nvSpPr>
        <p:spPr>
          <a:xfrm>
            <a:off x="5314725" y="319200"/>
            <a:ext cx="3579300" cy="543900"/>
          </a:xfrm>
          <a:prstGeom prst="roundRect">
            <a:avLst>
              <a:gd fmla="val 25363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14300" marR="108801" rtl="0"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"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rPr>
              <a:t>Show everyone a picture of you at your best!</a:t>
            </a:r>
            <a:endParaRPr sz="1200"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409" name="Google Shape;409;p48"/>
          <p:cNvSpPr/>
          <p:nvPr/>
        </p:nvSpPr>
        <p:spPr>
          <a:xfrm>
            <a:off x="3617998" y="1588994"/>
            <a:ext cx="161400" cy="16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410" name="Google Shape;410;p48"/>
          <p:cNvSpPr/>
          <p:nvPr/>
        </p:nvSpPr>
        <p:spPr>
          <a:xfrm>
            <a:off x="3837415" y="1588994"/>
            <a:ext cx="161400" cy="16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411" name="Google Shape;411;p48"/>
          <p:cNvSpPr/>
          <p:nvPr/>
        </p:nvSpPr>
        <p:spPr>
          <a:xfrm>
            <a:off x="4056832" y="1588994"/>
            <a:ext cx="161400" cy="16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412" name="Google Shape;412;p48"/>
          <p:cNvSpPr/>
          <p:nvPr/>
        </p:nvSpPr>
        <p:spPr>
          <a:xfrm>
            <a:off x="4276248" y="1588994"/>
            <a:ext cx="161400" cy="16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413" name="Google Shape;413;p48"/>
          <p:cNvSpPr/>
          <p:nvPr/>
        </p:nvSpPr>
        <p:spPr>
          <a:xfrm>
            <a:off x="4495665" y="1588994"/>
            <a:ext cx="161400" cy="16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414" name="Google Shape;414;p48"/>
          <p:cNvSpPr/>
          <p:nvPr/>
        </p:nvSpPr>
        <p:spPr>
          <a:xfrm>
            <a:off x="3617998" y="2203789"/>
            <a:ext cx="161400" cy="16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415" name="Google Shape;415;p48"/>
          <p:cNvSpPr/>
          <p:nvPr/>
        </p:nvSpPr>
        <p:spPr>
          <a:xfrm>
            <a:off x="3837415" y="2203789"/>
            <a:ext cx="161400" cy="16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416" name="Google Shape;416;p48"/>
          <p:cNvSpPr/>
          <p:nvPr/>
        </p:nvSpPr>
        <p:spPr>
          <a:xfrm>
            <a:off x="4056832" y="2203789"/>
            <a:ext cx="161400" cy="16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417" name="Google Shape;417;p48"/>
          <p:cNvSpPr/>
          <p:nvPr/>
        </p:nvSpPr>
        <p:spPr>
          <a:xfrm>
            <a:off x="4276248" y="2203789"/>
            <a:ext cx="161400" cy="16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418" name="Google Shape;418;p48"/>
          <p:cNvSpPr/>
          <p:nvPr/>
        </p:nvSpPr>
        <p:spPr>
          <a:xfrm>
            <a:off x="3617998" y="2818583"/>
            <a:ext cx="161400" cy="16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419" name="Google Shape;419;p48"/>
          <p:cNvSpPr/>
          <p:nvPr/>
        </p:nvSpPr>
        <p:spPr>
          <a:xfrm>
            <a:off x="3837415" y="2818583"/>
            <a:ext cx="161400" cy="16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420" name="Google Shape;420;p48"/>
          <p:cNvSpPr/>
          <p:nvPr/>
        </p:nvSpPr>
        <p:spPr>
          <a:xfrm>
            <a:off x="4056832" y="2818583"/>
            <a:ext cx="161400" cy="16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421" name="Google Shape;421;p48"/>
          <p:cNvSpPr/>
          <p:nvPr/>
        </p:nvSpPr>
        <p:spPr>
          <a:xfrm>
            <a:off x="3617998" y="3433378"/>
            <a:ext cx="161400" cy="16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422" name="Google Shape;422;p48"/>
          <p:cNvSpPr/>
          <p:nvPr/>
        </p:nvSpPr>
        <p:spPr>
          <a:xfrm>
            <a:off x="3837415" y="3433378"/>
            <a:ext cx="161400" cy="16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423" name="Google Shape;423;p48"/>
          <p:cNvSpPr/>
          <p:nvPr/>
        </p:nvSpPr>
        <p:spPr>
          <a:xfrm>
            <a:off x="3617998" y="4048172"/>
            <a:ext cx="161400" cy="161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424" name="Google Shape;424;p48"/>
          <p:cNvSpPr/>
          <p:nvPr/>
        </p:nvSpPr>
        <p:spPr>
          <a:xfrm>
            <a:off x="5643270" y="3575040"/>
            <a:ext cx="526200" cy="3693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facad Flux Medium"/>
              <a:ea typeface="Afacad Flux Medium"/>
              <a:cs typeface="Afacad Flux Medium"/>
              <a:sym typeface="Afacad Flux Medium"/>
            </a:endParaRPr>
          </a:p>
        </p:txBody>
      </p:sp>
      <p:sp>
        <p:nvSpPr>
          <p:cNvPr id="425" name="Google Shape;425;p48"/>
          <p:cNvSpPr/>
          <p:nvPr/>
        </p:nvSpPr>
        <p:spPr>
          <a:xfrm>
            <a:off x="6239376" y="3575040"/>
            <a:ext cx="526200" cy="3693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facad Flux Medium"/>
              <a:ea typeface="Afacad Flux Medium"/>
              <a:cs typeface="Afacad Flux Medium"/>
              <a:sym typeface="Afacad Flux Medium"/>
            </a:endParaRPr>
          </a:p>
        </p:txBody>
      </p:sp>
      <p:sp>
        <p:nvSpPr>
          <p:cNvPr id="426" name="Google Shape;426;p48"/>
          <p:cNvSpPr/>
          <p:nvPr/>
        </p:nvSpPr>
        <p:spPr>
          <a:xfrm>
            <a:off x="6832308" y="3575040"/>
            <a:ext cx="526200" cy="3693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facad Flux Medium"/>
              <a:ea typeface="Afacad Flux Medium"/>
              <a:cs typeface="Afacad Flux Medium"/>
              <a:sym typeface="Afacad Flux Medium"/>
            </a:endParaRPr>
          </a:p>
        </p:txBody>
      </p:sp>
      <p:sp>
        <p:nvSpPr>
          <p:cNvPr id="427" name="Google Shape;427;p48"/>
          <p:cNvSpPr/>
          <p:nvPr/>
        </p:nvSpPr>
        <p:spPr>
          <a:xfrm>
            <a:off x="7426813" y="3575040"/>
            <a:ext cx="526200" cy="3693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facad Flux Medium"/>
              <a:ea typeface="Afacad Flux Medium"/>
              <a:cs typeface="Afacad Flux Medium"/>
              <a:sym typeface="Afacad Flux Medium"/>
            </a:endParaRPr>
          </a:p>
        </p:txBody>
      </p:sp>
      <p:sp>
        <p:nvSpPr>
          <p:cNvPr id="428" name="Google Shape;428;p48"/>
          <p:cNvSpPr/>
          <p:nvPr/>
        </p:nvSpPr>
        <p:spPr>
          <a:xfrm>
            <a:off x="6832328" y="4015201"/>
            <a:ext cx="526200" cy="3693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facad Flux Medium"/>
              <a:ea typeface="Afacad Flux Medium"/>
              <a:cs typeface="Afacad Flux Medium"/>
              <a:sym typeface="Afacad Flux Medium"/>
            </a:endParaRPr>
          </a:p>
        </p:txBody>
      </p:sp>
      <p:sp>
        <p:nvSpPr>
          <p:cNvPr id="429" name="Google Shape;429;p48"/>
          <p:cNvSpPr/>
          <p:nvPr/>
        </p:nvSpPr>
        <p:spPr>
          <a:xfrm>
            <a:off x="7426847" y="4015201"/>
            <a:ext cx="526200" cy="3693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facad Flux Medium"/>
              <a:ea typeface="Afacad Flux Medium"/>
              <a:cs typeface="Afacad Flux Medium"/>
              <a:sym typeface="Afacad Flux Medium"/>
            </a:endParaRPr>
          </a:p>
        </p:txBody>
      </p:sp>
      <p:sp>
        <p:nvSpPr>
          <p:cNvPr id="430" name="Google Shape;430;p48"/>
          <p:cNvSpPr/>
          <p:nvPr/>
        </p:nvSpPr>
        <p:spPr>
          <a:xfrm>
            <a:off x="6239384" y="4015201"/>
            <a:ext cx="526200" cy="3693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facad Flux Medium"/>
              <a:ea typeface="Afacad Flux Medium"/>
              <a:cs typeface="Afacad Flux Medium"/>
              <a:sym typeface="Afacad Flux Medium"/>
            </a:endParaRPr>
          </a:p>
        </p:txBody>
      </p:sp>
      <p:sp>
        <p:nvSpPr>
          <p:cNvPr id="431" name="Google Shape;431;p48"/>
          <p:cNvSpPr/>
          <p:nvPr/>
        </p:nvSpPr>
        <p:spPr>
          <a:xfrm>
            <a:off x="8021406" y="4015201"/>
            <a:ext cx="526200" cy="3693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facad Flux Medium"/>
              <a:ea typeface="Afacad Flux Medium"/>
              <a:cs typeface="Afacad Flux Medium"/>
              <a:sym typeface="Afacad Flux Medium"/>
            </a:endParaRPr>
          </a:p>
        </p:txBody>
      </p:sp>
      <p:sp>
        <p:nvSpPr>
          <p:cNvPr id="432" name="Google Shape;432;p48"/>
          <p:cNvSpPr/>
          <p:nvPr/>
        </p:nvSpPr>
        <p:spPr>
          <a:xfrm>
            <a:off x="5643254" y="4015201"/>
            <a:ext cx="526200" cy="3693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facad Flux Medium"/>
              <a:ea typeface="Afacad Flux Medium"/>
              <a:cs typeface="Afacad Flux Medium"/>
              <a:sym typeface="Afacad Flux Medium"/>
            </a:endParaRPr>
          </a:p>
        </p:txBody>
      </p:sp>
      <p:sp>
        <p:nvSpPr>
          <p:cNvPr id="433" name="Google Shape;433;p48"/>
          <p:cNvSpPr/>
          <p:nvPr/>
        </p:nvSpPr>
        <p:spPr>
          <a:xfrm>
            <a:off x="8021333" y="3578549"/>
            <a:ext cx="526200" cy="3693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facad Flux Medium"/>
              <a:ea typeface="Afacad Flux Medium"/>
              <a:cs typeface="Afacad Flux Medium"/>
              <a:sym typeface="Afacad Flux Medium"/>
            </a:endParaRPr>
          </a:p>
        </p:txBody>
      </p:sp>
      <p:pic>
        <p:nvPicPr>
          <p:cNvPr descr="A videogame controller icon. " id="434" name="Google Shape;434;p48"/>
          <p:cNvPicPr preferRelativeResize="0"/>
          <p:nvPr/>
        </p:nvPicPr>
        <p:blipFill rotWithShape="1">
          <a:blip r:embed="rId3">
            <a:alphaModFix/>
          </a:blip>
          <a:srcRect b="10828" l="12048" r="12888" t="30545"/>
          <a:stretch/>
        </p:blipFill>
        <p:spPr>
          <a:xfrm>
            <a:off x="7567426" y="4104128"/>
            <a:ext cx="245074" cy="1914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olf course icon." id="435" name="Google Shape;435;p48"/>
          <p:cNvPicPr preferRelativeResize="0"/>
          <p:nvPr/>
        </p:nvPicPr>
        <p:blipFill rotWithShape="1">
          <a:blip r:embed="rId4">
            <a:alphaModFix/>
          </a:blip>
          <a:srcRect b="10611" l="10611" r="10611" t="10611"/>
          <a:stretch/>
        </p:blipFill>
        <p:spPr>
          <a:xfrm>
            <a:off x="6356963" y="3619277"/>
            <a:ext cx="287852" cy="2878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asketball icon" id="436" name="Google Shape;436;p48"/>
          <p:cNvPicPr preferRelativeResize="0"/>
          <p:nvPr/>
        </p:nvPicPr>
        <p:blipFill rotWithShape="1">
          <a:blip r:embed="rId5">
            <a:alphaModFix/>
          </a:blip>
          <a:srcRect b="2326" l="2326" r="2336" t="2336"/>
          <a:stretch/>
        </p:blipFill>
        <p:spPr>
          <a:xfrm>
            <a:off x="5817425" y="3670725"/>
            <a:ext cx="177900" cy="177900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Boxing gloves icon." id="437" name="Google Shape;437;p48"/>
          <p:cNvPicPr preferRelativeResize="0"/>
          <p:nvPr/>
        </p:nvPicPr>
        <p:blipFill rotWithShape="1">
          <a:blip r:embed="rId6">
            <a:alphaModFix/>
          </a:blip>
          <a:srcRect b="11541" l="19375" r="19271" t="11878"/>
          <a:stretch/>
        </p:blipFill>
        <p:spPr>
          <a:xfrm>
            <a:off x="7015500" y="3662470"/>
            <a:ext cx="161398" cy="2014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flying kite icon. " id="438" name="Google Shape;438;p48"/>
          <p:cNvPicPr preferRelativeResize="0"/>
          <p:nvPr/>
        </p:nvPicPr>
        <p:blipFill rotWithShape="1">
          <a:blip r:embed="rId7">
            <a:alphaModFix/>
          </a:blip>
          <a:srcRect b="12205" l="30423" r="27804" t="12318"/>
          <a:stretch/>
        </p:blipFill>
        <p:spPr>
          <a:xfrm rot="-1053986">
            <a:off x="5825676" y="4062456"/>
            <a:ext cx="161398" cy="291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ng pong paddles icon. " id="439" name="Google Shape;439;p4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545978" y="3615763"/>
            <a:ext cx="287852" cy="2878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hess pawn icon. " id="440" name="Google Shape;440;p48"/>
          <p:cNvPicPr preferRelativeResize="0"/>
          <p:nvPr/>
        </p:nvPicPr>
        <p:blipFill rotWithShape="1">
          <a:blip r:embed="rId9">
            <a:alphaModFix/>
          </a:blip>
          <a:srcRect b="21860" l="31349" r="31843" t="21860"/>
          <a:stretch/>
        </p:blipFill>
        <p:spPr>
          <a:xfrm>
            <a:off x="7015511" y="4080733"/>
            <a:ext cx="161398" cy="246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rugby ball icon." id="441" name="Google Shape;441;p4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151287" y="3629988"/>
            <a:ext cx="266424" cy="2664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 eight ball icon." id="442" name="Google Shape;442;p4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195473" y="4111047"/>
            <a:ext cx="177900" cy="177600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Puzzle icon / solution, strategy vector (Provided by Getty Images)" id="443" name="Google Shape;443;p48"/>
          <p:cNvPicPr preferRelativeResize="0"/>
          <p:nvPr/>
        </p:nvPicPr>
        <p:blipFill rotWithShape="1">
          <a:blip r:embed="rId12">
            <a:alphaModFix/>
          </a:blip>
          <a:srcRect b="51228" l="0" r="0" t="5775"/>
          <a:stretch/>
        </p:blipFill>
        <p:spPr>
          <a:xfrm>
            <a:off x="6294363" y="4104124"/>
            <a:ext cx="413051" cy="1775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wo people play basketball below a freeway. " id="444" name="Google Shape;444;p48"/>
          <p:cNvPicPr preferRelativeResize="0"/>
          <p:nvPr>
            <p:ph idx="7" type="pic"/>
          </p:nvPr>
        </p:nvPicPr>
        <p:blipFill rotWithShape="1">
          <a:blip r:embed="rId13">
            <a:alphaModFix/>
          </a:blip>
          <a:srcRect b="12602" l="0" r="0" t="12609"/>
          <a:stretch/>
        </p:blipFill>
        <p:spPr>
          <a:xfrm>
            <a:off x="5316500" y="1109800"/>
            <a:ext cx="3575400" cy="1783200"/>
          </a:xfrm>
          <a:prstGeom prst="roundRect">
            <a:avLst>
              <a:gd fmla="val 16667" name="adj"/>
            </a:avLst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dk1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9"/>
          <p:cNvSpPr/>
          <p:nvPr/>
        </p:nvSpPr>
        <p:spPr>
          <a:xfrm>
            <a:off x="246963" y="3306738"/>
            <a:ext cx="2816400" cy="1371300"/>
          </a:xfrm>
          <a:prstGeom prst="roundRect">
            <a:avLst>
              <a:gd fmla="val 85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lt1"/>
              </a:solidFill>
              <a:latin typeface="Afacad Flux Medium"/>
              <a:ea typeface="Afacad Flux Medium"/>
              <a:cs typeface="Afacad Flux Medium"/>
              <a:sym typeface="Afacad Flux Medium"/>
            </a:endParaRPr>
          </a:p>
        </p:txBody>
      </p:sp>
      <p:sp>
        <p:nvSpPr>
          <p:cNvPr id="450" name="Google Shape;450;p49"/>
          <p:cNvSpPr/>
          <p:nvPr/>
        </p:nvSpPr>
        <p:spPr>
          <a:xfrm>
            <a:off x="3185629" y="3306738"/>
            <a:ext cx="2762100" cy="13713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451" name="Google Shape;451;p49"/>
          <p:cNvSpPr/>
          <p:nvPr/>
        </p:nvSpPr>
        <p:spPr>
          <a:xfrm>
            <a:off x="6080163" y="3306738"/>
            <a:ext cx="2816400" cy="1371300"/>
          </a:xfrm>
          <a:prstGeom prst="roundRect">
            <a:avLst>
              <a:gd fmla="val 85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452" name="Google Shape;452;p49"/>
          <p:cNvSpPr/>
          <p:nvPr/>
        </p:nvSpPr>
        <p:spPr>
          <a:xfrm>
            <a:off x="3188885" y="1821263"/>
            <a:ext cx="2762100" cy="1371300"/>
          </a:xfrm>
          <a:prstGeom prst="roundRect">
            <a:avLst>
              <a:gd fmla="val 7982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453" name="Google Shape;453;p49"/>
          <p:cNvSpPr/>
          <p:nvPr/>
        </p:nvSpPr>
        <p:spPr>
          <a:xfrm>
            <a:off x="3188885" y="335800"/>
            <a:ext cx="2762100" cy="13713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lt1"/>
              </a:solidFill>
              <a:latin typeface="Afacad Flux Medium"/>
              <a:ea typeface="Afacad Flux Medium"/>
              <a:cs typeface="Afacad Flux Medium"/>
              <a:sym typeface="Afacad Flux Medium"/>
            </a:endParaRPr>
          </a:p>
        </p:txBody>
      </p:sp>
      <p:sp>
        <p:nvSpPr>
          <p:cNvPr id="454" name="Google Shape;454;p49"/>
          <p:cNvSpPr/>
          <p:nvPr/>
        </p:nvSpPr>
        <p:spPr>
          <a:xfrm>
            <a:off x="246938" y="1823212"/>
            <a:ext cx="2830200" cy="1353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455" name="Google Shape;455;p49"/>
          <p:cNvSpPr/>
          <p:nvPr/>
        </p:nvSpPr>
        <p:spPr>
          <a:xfrm>
            <a:off x="246963" y="351575"/>
            <a:ext cx="2816400" cy="1351500"/>
          </a:xfrm>
          <a:prstGeom prst="roundRect">
            <a:avLst>
              <a:gd fmla="val 85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456" name="Google Shape;456;p49"/>
          <p:cNvSpPr/>
          <p:nvPr/>
        </p:nvSpPr>
        <p:spPr>
          <a:xfrm>
            <a:off x="6076563" y="339700"/>
            <a:ext cx="2816400" cy="1363500"/>
          </a:xfrm>
          <a:prstGeom prst="roundRect">
            <a:avLst>
              <a:gd fmla="val 85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457" name="Google Shape;457;p49"/>
          <p:cNvSpPr/>
          <p:nvPr/>
        </p:nvSpPr>
        <p:spPr>
          <a:xfrm>
            <a:off x="6062737" y="1823212"/>
            <a:ext cx="2830200" cy="13635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lt1"/>
              </a:solidFill>
              <a:latin typeface="Afacad Flux Medium"/>
              <a:ea typeface="Afacad Flux Medium"/>
              <a:cs typeface="Afacad Flux Medium"/>
              <a:sym typeface="Afacad Flux Medium"/>
            </a:endParaRPr>
          </a:p>
        </p:txBody>
      </p:sp>
      <p:sp>
        <p:nvSpPr>
          <p:cNvPr id="458" name="Google Shape;458;p49"/>
          <p:cNvSpPr txBox="1"/>
          <p:nvPr>
            <p:ph idx="1" type="subTitle"/>
          </p:nvPr>
        </p:nvSpPr>
        <p:spPr>
          <a:xfrm>
            <a:off x="246975" y="718900"/>
            <a:ext cx="2816400" cy="52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Competence</a:t>
            </a:r>
            <a:endParaRPr/>
          </a:p>
        </p:txBody>
      </p:sp>
      <p:sp>
        <p:nvSpPr>
          <p:cNvPr id="459" name="Google Shape;459;p49"/>
          <p:cNvSpPr txBox="1"/>
          <p:nvPr>
            <p:ph idx="4" type="subTitle"/>
          </p:nvPr>
        </p:nvSpPr>
        <p:spPr>
          <a:xfrm>
            <a:off x="246975" y="2197450"/>
            <a:ext cx="2830200" cy="52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Ability</a:t>
            </a:r>
            <a:endParaRPr/>
          </a:p>
        </p:txBody>
      </p:sp>
      <p:sp>
        <p:nvSpPr>
          <p:cNvPr id="460" name="Google Shape;460;p49"/>
          <p:cNvSpPr txBox="1"/>
          <p:nvPr>
            <p:ph idx="8" type="subTitle"/>
          </p:nvPr>
        </p:nvSpPr>
        <p:spPr>
          <a:xfrm>
            <a:off x="3188875" y="3689850"/>
            <a:ext cx="2762100" cy="52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Skill</a:t>
            </a:r>
            <a:endParaRPr/>
          </a:p>
        </p:txBody>
      </p:sp>
      <p:sp>
        <p:nvSpPr>
          <p:cNvPr id="461" name="Google Shape;461;p49"/>
          <p:cNvSpPr txBox="1"/>
          <p:nvPr>
            <p:ph idx="9" type="subTitle"/>
          </p:nvPr>
        </p:nvSpPr>
        <p:spPr>
          <a:xfrm>
            <a:off x="6062725" y="3689850"/>
            <a:ext cx="2830200" cy="52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Competence</a:t>
            </a:r>
            <a:endParaRPr/>
          </a:p>
        </p:txBody>
      </p:sp>
      <p:sp>
        <p:nvSpPr>
          <p:cNvPr id="462" name="Google Shape;462;p49"/>
          <p:cNvSpPr txBox="1"/>
          <p:nvPr>
            <p:ph idx="6" type="subTitle"/>
          </p:nvPr>
        </p:nvSpPr>
        <p:spPr>
          <a:xfrm>
            <a:off x="6062725" y="2197450"/>
            <a:ext cx="2830200" cy="52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Ability</a:t>
            </a:r>
            <a:endParaRPr/>
          </a:p>
        </p:txBody>
      </p:sp>
      <p:sp>
        <p:nvSpPr>
          <p:cNvPr id="463" name="Google Shape;463;p49"/>
          <p:cNvSpPr txBox="1"/>
          <p:nvPr>
            <p:ph idx="3" type="subTitle"/>
          </p:nvPr>
        </p:nvSpPr>
        <p:spPr>
          <a:xfrm>
            <a:off x="6062725" y="718900"/>
            <a:ext cx="2830200" cy="52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Competence</a:t>
            </a:r>
            <a:endParaRPr/>
          </a:p>
        </p:txBody>
      </p:sp>
      <p:sp>
        <p:nvSpPr>
          <p:cNvPr id="464" name="Google Shape;464;p49"/>
          <p:cNvSpPr txBox="1"/>
          <p:nvPr>
            <p:ph idx="4" type="subTitle"/>
          </p:nvPr>
        </p:nvSpPr>
        <p:spPr>
          <a:xfrm>
            <a:off x="3188875" y="2204375"/>
            <a:ext cx="2762100" cy="52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Ability</a:t>
            </a:r>
            <a:endParaRPr/>
          </a:p>
        </p:txBody>
      </p:sp>
      <p:sp>
        <p:nvSpPr>
          <p:cNvPr id="465" name="Google Shape;465;p49"/>
          <p:cNvSpPr txBox="1"/>
          <p:nvPr>
            <p:ph idx="8" type="subTitle"/>
          </p:nvPr>
        </p:nvSpPr>
        <p:spPr>
          <a:xfrm>
            <a:off x="3188875" y="718900"/>
            <a:ext cx="2762100" cy="52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Skill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66" name="Google Shape;466;p49"/>
          <p:cNvSpPr txBox="1"/>
          <p:nvPr>
            <p:ph idx="1" type="subTitle"/>
          </p:nvPr>
        </p:nvSpPr>
        <p:spPr>
          <a:xfrm>
            <a:off x="246950" y="3689850"/>
            <a:ext cx="2816400" cy="52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Competence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0"/>
          <p:cNvSpPr/>
          <p:nvPr/>
        </p:nvSpPr>
        <p:spPr>
          <a:xfrm>
            <a:off x="231625" y="2580725"/>
            <a:ext cx="2085600" cy="2103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14300" marR="85641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472" name="Google Shape;472;p50"/>
          <p:cNvSpPr/>
          <p:nvPr/>
        </p:nvSpPr>
        <p:spPr>
          <a:xfrm>
            <a:off x="6802799" y="1115100"/>
            <a:ext cx="1976400" cy="21030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14300" marR="85641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473" name="Google Shape;473;p50"/>
          <p:cNvSpPr/>
          <p:nvPr/>
        </p:nvSpPr>
        <p:spPr>
          <a:xfrm>
            <a:off x="4615825" y="2573975"/>
            <a:ext cx="2085600" cy="21030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14300" marR="85641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474" name="Google Shape;474;p50"/>
          <p:cNvSpPr/>
          <p:nvPr/>
        </p:nvSpPr>
        <p:spPr>
          <a:xfrm>
            <a:off x="2423700" y="1115100"/>
            <a:ext cx="2100900" cy="2128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14300" marR="85641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475" name="Google Shape;475;p50"/>
          <p:cNvSpPr txBox="1"/>
          <p:nvPr>
            <p:ph type="title"/>
          </p:nvPr>
        </p:nvSpPr>
        <p:spPr>
          <a:xfrm>
            <a:off x="137150" y="228600"/>
            <a:ext cx="6480300" cy="7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What I’m good at</a:t>
            </a:r>
            <a:endParaRPr/>
          </a:p>
        </p:txBody>
      </p:sp>
      <p:sp>
        <p:nvSpPr>
          <p:cNvPr id="476" name="Google Shape;476;p50"/>
          <p:cNvSpPr txBox="1"/>
          <p:nvPr>
            <p:ph idx="1" type="subTitle"/>
          </p:nvPr>
        </p:nvSpPr>
        <p:spPr>
          <a:xfrm>
            <a:off x="438875" y="3276043"/>
            <a:ext cx="1711800" cy="22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a skill</a:t>
            </a:r>
            <a:endParaRPr/>
          </a:p>
        </p:txBody>
      </p:sp>
      <p:sp>
        <p:nvSpPr>
          <p:cNvPr id="477" name="Google Shape;477;p50"/>
          <p:cNvSpPr txBox="1"/>
          <p:nvPr>
            <p:ph idx="2" type="body"/>
          </p:nvPr>
        </p:nvSpPr>
        <p:spPr>
          <a:xfrm>
            <a:off x="438875" y="3656900"/>
            <a:ext cx="1711800" cy="769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Talk about an area of expertise. It can be related to your job, but it doesn’t have to be. For example, you might be good at fishing, singing, or basketball.</a:t>
            </a:r>
            <a:endParaRPr/>
          </a:p>
        </p:txBody>
      </p:sp>
      <p:sp>
        <p:nvSpPr>
          <p:cNvPr id="478" name="Google Shape;478;p50"/>
          <p:cNvSpPr txBox="1"/>
          <p:nvPr>
            <p:ph idx="3" type="subTitle"/>
          </p:nvPr>
        </p:nvSpPr>
        <p:spPr>
          <a:xfrm>
            <a:off x="2630975" y="1803668"/>
            <a:ext cx="1711800" cy="22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Name a skill</a:t>
            </a:r>
            <a:endParaRPr/>
          </a:p>
        </p:txBody>
      </p:sp>
      <p:sp>
        <p:nvSpPr>
          <p:cNvPr id="479" name="Google Shape;479;p50"/>
          <p:cNvSpPr txBox="1"/>
          <p:nvPr>
            <p:ph idx="4" type="body"/>
          </p:nvPr>
        </p:nvSpPr>
        <p:spPr>
          <a:xfrm>
            <a:off x="2630975" y="2184525"/>
            <a:ext cx="1711800" cy="769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Talk about an area of expertise. It can be related to your job, but it doesn’t have to be. For example, you might be good at fishing, singing, or basketball.</a:t>
            </a:r>
            <a:endParaRPr/>
          </a:p>
        </p:txBody>
      </p:sp>
      <p:sp>
        <p:nvSpPr>
          <p:cNvPr id="480" name="Google Shape;480;p50"/>
          <p:cNvSpPr txBox="1"/>
          <p:nvPr>
            <p:ph idx="5" type="subTitle"/>
          </p:nvPr>
        </p:nvSpPr>
        <p:spPr>
          <a:xfrm>
            <a:off x="4821925" y="3269293"/>
            <a:ext cx="1711800" cy="22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Name a skill</a:t>
            </a:r>
            <a:endParaRPr/>
          </a:p>
        </p:txBody>
      </p:sp>
      <p:sp>
        <p:nvSpPr>
          <p:cNvPr id="481" name="Google Shape;481;p50"/>
          <p:cNvSpPr txBox="1"/>
          <p:nvPr>
            <p:ph idx="6" type="body"/>
          </p:nvPr>
        </p:nvSpPr>
        <p:spPr>
          <a:xfrm>
            <a:off x="4821925" y="3650150"/>
            <a:ext cx="1711800" cy="769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Talk about an area of expertise. It can be related to your job, but it doesn’t have to be. For example, you might be good at fishing, singing, or basketball.</a:t>
            </a:r>
            <a:endParaRPr/>
          </a:p>
        </p:txBody>
      </p:sp>
      <p:sp>
        <p:nvSpPr>
          <p:cNvPr id="482" name="Google Shape;482;p50"/>
          <p:cNvSpPr txBox="1"/>
          <p:nvPr>
            <p:ph idx="7" type="subTitle"/>
          </p:nvPr>
        </p:nvSpPr>
        <p:spPr>
          <a:xfrm>
            <a:off x="7015175" y="1803668"/>
            <a:ext cx="1711800" cy="22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Name a skill</a:t>
            </a:r>
            <a:endParaRPr/>
          </a:p>
        </p:txBody>
      </p:sp>
      <p:sp>
        <p:nvSpPr>
          <p:cNvPr id="483" name="Google Shape;483;p50"/>
          <p:cNvSpPr txBox="1"/>
          <p:nvPr>
            <p:ph idx="8" type="body"/>
          </p:nvPr>
        </p:nvSpPr>
        <p:spPr>
          <a:xfrm>
            <a:off x="7015175" y="2184525"/>
            <a:ext cx="1711800" cy="769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Talk about an area of expertise. It can be related to your job, but it doesn’t have to be. For example, you might be good at fishing, singing, or basketball.</a:t>
            </a:r>
            <a:endParaRPr/>
          </a:p>
        </p:txBody>
      </p:sp>
      <p:pic>
        <p:nvPicPr>
          <p:cNvPr descr="A close-up of two computer plug cables." id="484" name="Google Shape;484;p50"/>
          <p:cNvPicPr preferRelativeResize="0"/>
          <p:nvPr/>
        </p:nvPicPr>
        <p:blipFill rotWithShape="1">
          <a:blip r:embed="rId3">
            <a:alphaModFix/>
          </a:blip>
          <a:srcRect b="22541" l="0" r="0" t="33901"/>
          <a:stretch/>
        </p:blipFill>
        <p:spPr>
          <a:xfrm>
            <a:off x="2436775" y="3337800"/>
            <a:ext cx="2065800" cy="1350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  <p:pic>
        <p:nvPicPr>
          <p:cNvPr descr="Mechanical pencil vector." id="485" name="Google Shape;485;p50"/>
          <p:cNvPicPr preferRelativeResize="0"/>
          <p:nvPr/>
        </p:nvPicPr>
        <p:blipFill rotWithShape="1">
          <a:blip r:embed="rId4">
            <a:alphaModFix/>
          </a:blip>
          <a:srcRect b="5877" l="5877" r="5885" t="5885"/>
          <a:stretch/>
        </p:blipFill>
        <p:spPr>
          <a:xfrm>
            <a:off x="447579" y="2770254"/>
            <a:ext cx="443274" cy="443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sketball icon" id="486" name="Google Shape;486;p50"/>
          <p:cNvPicPr preferRelativeResize="0"/>
          <p:nvPr/>
        </p:nvPicPr>
        <p:blipFill rotWithShape="1">
          <a:blip r:embed="rId5">
            <a:alphaModFix/>
          </a:blip>
          <a:srcRect b="2326" l="2326" r="2336" t="2336"/>
          <a:stretch/>
        </p:blipFill>
        <p:spPr>
          <a:xfrm>
            <a:off x="7067655" y="1350925"/>
            <a:ext cx="337200" cy="337200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Chess pawn icon. " id="487" name="Google Shape;487;p50"/>
          <p:cNvPicPr preferRelativeResize="0"/>
          <p:nvPr/>
        </p:nvPicPr>
        <p:blipFill rotWithShape="1">
          <a:blip r:embed="rId6">
            <a:alphaModFix/>
          </a:blip>
          <a:srcRect b="21860" l="31349" r="31843" t="21860"/>
          <a:stretch/>
        </p:blipFill>
        <p:spPr>
          <a:xfrm>
            <a:off x="2681676" y="1318945"/>
            <a:ext cx="262349" cy="4011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gnifying glass icon." id="488" name="Google Shape;488;p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58144" y="2796484"/>
            <a:ext cx="384000" cy="376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lowers displayed on a flat surface." id="489" name="Google Shape;489;p50"/>
          <p:cNvPicPr preferRelativeResize="0"/>
          <p:nvPr>
            <p:ph idx="9" type="pic"/>
          </p:nvPr>
        </p:nvPicPr>
        <p:blipFill rotWithShape="1">
          <a:blip r:embed="rId8">
            <a:alphaModFix/>
          </a:blip>
          <a:srcRect b="19681" l="23548" r="16518" t="31820"/>
          <a:stretch/>
        </p:blipFill>
        <p:spPr>
          <a:xfrm>
            <a:off x="4618950" y="1116450"/>
            <a:ext cx="2085600" cy="1353300"/>
          </a:xfrm>
          <a:prstGeom prst="roundRect">
            <a:avLst>
              <a:gd fmla="val 16667" name="adj"/>
            </a:avLst>
          </a:prstGeom>
        </p:spPr>
      </p:pic>
      <p:pic>
        <p:nvPicPr>
          <p:cNvPr descr="A texture of vibrant red, orange, and purple lines. " id="490" name="Google Shape;490;p50"/>
          <p:cNvPicPr preferRelativeResize="0"/>
          <p:nvPr>
            <p:ph idx="13" type="pic"/>
          </p:nvPr>
        </p:nvPicPr>
        <p:blipFill rotWithShape="1">
          <a:blip r:embed="rId9">
            <a:alphaModFix/>
          </a:blip>
          <a:srcRect b="1305" l="0" r="0" t="1305"/>
          <a:stretch/>
        </p:blipFill>
        <p:spPr>
          <a:xfrm>
            <a:off x="228600" y="1124850"/>
            <a:ext cx="2085600" cy="1353300"/>
          </a:xfrm>
          <a:prstGeom prst="roundRect">
            <a:avLst>
              <a:gd fmla="val 16667" name="adj"/>
            </a:avLst>
          </a:prstGeom>
        </p:spPr>
      </p:pic>
      <p:pic>
        <p:nvPicPr>
          <p:cNvPr descr="A close-up of two computer plug cables." id="491" name="Google Shape;491;p50"/>
          <p:cNvPicPr preferRelativeResize="0"/>
          <p:nvPr>
            <p:ph idx="14" type="pic"/>
          </p:nvPr>
        </p:nvPicPr>
        <p:blipFill rotWithShape="1">
          <a:blip r:embed="rId10">
            <a:alphaModFix/>
          </a:blip>
          <a:srcRect b="18810" l="0" r="0" t="37958"/>
          <a:stretch/>
        </p:blipFill>
        <p:spPr>
          <a:xfrm>
            <a:off x="2423725" y="3336138"/>
            <a:ext cx="2085600" cy="1353300"/>
          </a:xfrm>
          <a:prstGeom prst="roundRect">
            <a:avLst>
              <a:gd fmla="val 16667" name="adj"/>
            </a:avLst>
          </a:prstGeom>
        </p:spPr>
      </p:pic>
      <p:pic>
        <p:nvPicPr>
          <p:cNvPr descr="Hands shooting a basketball outdoors." id="492" name="Google Shape;492;p50"/>
          <p:cNvPicPr preferRelativeResize="0"/>
          <p:nvPr>
            <p:ph idx="15" type="pic"/>
          </p:nvPr>
        </p:nvPicPr>
        <p:blipFill rotWithShape="1">
          <a:blip r:embed="rId11">
            <a:alphaModFix/>
          </a:blip>
          <a:srcRect b="17101" l="0" r="0" t="39628"/>
          <a:stretch/>
        </p:blipFill>
        <p:spPr>
          <a:xfrm>
            <a:off x="6802800" y="3336150"/>
            <a:ext cx="1984200" cy="1353300"/>
          </a:xfrm>
          <a:prstGeom prst="roundRect">
            <a:avLst>
              <a:gd fmla="val 16667" name="adj"/>
            </a:avLst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1"/>
          <p:cNvSpPr/>
          <p:nvPr/>
        </p:nvSpPr>
        <p:spPr>
          <a:xfrm>
            <a:off x="6823451" y="2957204"/>
            <a:ext cx="2064000" cy="1726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85725" marR="3187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000"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498" name="Google Shape;498;p51"/>
          <p:cNvSpPr/>
          <p:nvPr/>
        </p:nvSpPr>
        <p:spPr>
          <a:xfrm>
            <a:off x="6823463" y="1112075"/>
            <a:ext cx="2064000" cy="17265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85725" marR="3187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000"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499" name="Google Shape;499;p51"/>
          <p:cNvSpPr/>
          <p:nvPr/>
        </p:nvSpPr>
        <p:spPr>
          <a:xfrm>
            <a:off x="4640713" y="2957229"/>
            <a:ext cx="2064000" cy="17265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85725" marR="3187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000"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500" name="Google Shape;500;p51"/>
          <p:cNvSpPr/>
          <p:nvPr/>
        </p:nvSpPr>
        <p:spPr>
          <a:xfrm>
            <a:off x="4634475" y="1112100"/>
            <a:ext cx="2064000" cy="1726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85725" marR="3187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000"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501" name="Google Shape;501;p51"/>
          <p:cNvSpPr/>
          <p:nvPr/>
        </p:nvSpPr>
        <p:spPr>
          <a:xfrm>
            <a:off x="2451738" y="2957229"/>
            <a:ext cx="2064000" cy="1726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85725" marR="3187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000"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502" name="Google Shape;502;p51"/>
          <p:cNvSpPr/>
          <p:nvPr/>
        </p:nvSpPr>
        <p:spPr>
          <a:xfrm>
            <a:off x="2445500" y="1112100"/>
            <a:ext cx="2064000" cy="17265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85725" marR="3187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503" name="Google Shape;503;p51"/>
          <p:cNvSpPr/>
          <p:nvPr/>
        </p:nvSpPr>
        <p:spPr>
          <a:xfrm>
            <a:off x="262776" y="2957204"/>
            <a:ext cx="2064000" cy="17265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85725" marR="3187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000"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504" name="Google Shape;504;p51"/>
          <p:cNvSpPr/>
          <p:nvPr/>
        </p:nvSpPr>
        <p:spPr>
          <a:xfrm>
            <a:off x="256538" y="1112075"/>
            <a:ext cx="2064000" cy="1726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85725" marR="3187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505" name="Google Shape;505;p51"/>
          <p:cNvSpPr txBox="1"/>
          <p:nvPr>
            <p:ph type="title"/>
          </p:nvPr>
        </p:nvSpPr>
        <p:spPr>
          <a:xfrm>
            <a:off x="137150" y="228600"/>
            <a:ext cx="6480300" cy="7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I’m good at</a:t>
            </a:r>
            <a:endParaRPr/>
          </a:p>
        </p:txBody>
      </p:sp>
      <p:sp>
        <p:nvSpPr>
          <p:cNvPr id="506" name="Google Shape;506;p51"/>
          <p:cNvSpPr txBox="1"/>
          <p:nvPr>
            <p:ph idx="1" type="subTitle"/>
          </p:nvPr>
        </p:nvSpPr>
        <p:spPr>
          <a:xfrm>
            <a:off x="432650" y="1604000"/>
            <a:ext cx="1711800" cy="16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a skill</a:t>
            </a:r>
            <a:endParaRPr/>
          </a:p>
        </p:txBody>
      </p:sp>
      <p:sp>
        <p:nvSpPr>
          <p:cNvPr id="507" name="Google Shape;507;p51"/>
          <p:cNvSpPr txBox="1"/>
          <p:nvPr>
            <p:ph idx="2" type="body"/>
          </p:nvPr>
        </p:nvSpPr>
        <p:spPr>
          <a:xfrm>
            <a:off x="432650" y="1811750"/>
            <a:ext cx="1711800" cy="769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Talk about an area of expertise.</a:t>
            </a:r>
            <a:br>
              <a:rPr lang="en"/>
            </a:br>
            <a:r>
              <a:rPr lang="en"/>
              <a:t>It can be related to your job, but it doesn’t have to be. For example, you might be good at graphic design, singing, or basketball.</a:t>
            </a:r>
            <a:endParaRPr/>
          </a:p>
        </p:txBody>
      </p:sp>
      <p:sp>
        <p:nvSpPr>
          <p:cNvPr id="508" name="Google Shape;508;p51"/>
          <p:cNvSpPr txBox="1"/>
          <p:nvPr>
            <p:ph idx="3" type="subTitle"/>
          </p:nvPr>
        </p:nvSpPr>
        <p:spPr>
          <a:xfrm>
            <a:off x="438875" y="3449150"/>
            <a:ext cx="1711800" cy="16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Name a skill</a:t>
            </a:r>
            <a:endParaRPr/>
          </a:p>
        </p:txBody>
      </p:sp>
      <p:sp>
        <p:nvSpPr>
          <p:cNvPr id="509" name="Google Shape;509;p51"/>
          <p:cNvSpPr txBox="1"/>
          <p:nvPr>
            <p:ph idx="4" type="body"/>
          </p:nvPr>
        </p:nvSpPr>
        <p:spPr>
          <a:xfrm>
            <a:off x="438875" y="3656900"/>
            <a:ext cx="1711800" cy="769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Talk about an area of expertise.</a:t>
            </a:r>
            <a:br>
              <a:rPr lang="en"/>
            </a:br>
            <a:r>
              <a:rPr lang="en"/>
              <a:t>It can be related to your job, but it doesn’t have to be. For example, you might be good at graphic design, singing, or basketball.</a:t>
            </a:r>
            <a:endParaRPr/>
          </a:p>
        </p:txBody>
      </p:sp>
      <p:sp>
        <p:nvSpPr>
          <p:cNvPr id="510" name="Google Shape;510;p51"/>
          <p:cNvSpPr txBox="1"/>
          <p:nvPr>
            <p:ph idx="5" type="subTitle"/>
          </p:nvPr>
        </p:nvSpPr>
        <p:spPr>
          <a:xfrm>
            <a:off x="2621613" y="1604000"/>
            <a:ext cx="1711800" cy="16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Name a skill</a:t>
            </a:r>
            <a:endParaRPr/>
          </a:p>
        </p:txBody>
      </p:sp>
      <p:sp>
        <p:nvSpPr>
          <p:cNvPr id="511" name="Google Shape;511;p51"/>
          <p:cNvSpPr txBox="1"/>
          <p:nvPr>
            <p:ph idx="6" type="body"/>
          </p:nvPr>
        </p:nvSpPr>
        <p:spPr>
          <a:xfrm>
            <a:off x="2621613" y="1811750"/>
            <a:ext cx="1711800" cy="769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Talk about an area of expertise.</a:t>
            </a:r>
            <a:br>
              <a:rPr lang="en"/>
            </a:br>
            <a:r>
              <a:rPr lang="en"/>
              <a:t>It can be related to your job, but it doesn’t have to be. For example, you might be good at graphic design, singing, or basketball.</a:t>
            </a:r>
            <a:endParaRPr/>
          </a:p>
        </p:txBody>
      </p:sp>
      <p:sp>
        <p:nvSpPr>
          <p:cNvPr id="512" name="Google Shape;512;p51"/>
          <p:cNvSpPr txBox="1"/>
          <p:nvPr>
            <p:ph idx="7" type="subTitle"/>
          </p:nvPr>
        </p:nvSpPr>
        <p:spPr>
          <a:xfrm>
            <a:off x="2627850" y="3449150"/>
            <a:ext cx="1711800" cy="16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Name a skill</a:t>
            </a:r>
            <a:endParaRPr/>
          </a:p>
        </p:txBody>
      </p:sp>
      <p:sp>
        <p:nvSpPr>
          <p:cNvPr id="513" name="Google Shape;513;p51"/>
          <p:cNvSpPr txBox="1"/>
          <p:nvPr>
            <p:ph idx="8" type="body"/>
          </p:nvPr>
        </p:nvSpPr>
        <p:spPr>
          <a:xfrm>
            <a:off x="2627850" y="3656900"/>
            <a:ext cx="1711800" cy="769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Talk about an area of expertise.</a:t>
            </a:r>
            <a:br>
              <a:rPr lang="en"/>
            </a:br>
            <a:r>
              <a:rPr lang="en"/>
              <a:t>It can be related to your job, but it doesn’t have to be. For example, you might be good at graphic design, singing, or basketball.</a:t>
            </a:r>
            <a:endParaRPr/>
          </a:p>
        </p:txBody>
      </p:sp>
      <p:sp>
        <p:nvSpPr>
          <p:cNvPr id="514" name="Google Shape;514;p51"/>
          <p:cNvSpPr txBox="1"/>
          <p:nvPr>
            <p:ph idx="9" type="subTitle"/>
          </p:nvPr>
        </p:nvSpPr>
        <p:spPr>
          <a:xfrm>
            <a:off x="4810588" y="1604000"/>
            <a:ext cx="1711800" cy="16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Name a skill</a:t>
            </a:r>
            <a:endParaRPr/>
          </a:p>
        </p:txBody>
      </p:sp>
      <p:sp>
        <p:nvSpPr>
          <p:cNvPr id="515" name="Google Shape;515;p51"/>
          <p:cNvSpPr txBox="1"/>
          <p:nvPr>
            <p:ph idx="13" type="body"/>
          </p:nvPr>
        </p:nvSpPr>
        <p:spPr>
          <a:xfrm>
            <a:off x="4810588" y="1811750"/>
            <a:ext cx="1711800" cy="769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Talk about an area of expertise.</a:t>
            </a:r>
            <a:br>
              <a:rPr lang="en"/>
            </a:br>
            <a:r>
              <a:rPr lang="en"/>
              <a:t>It can be related to your job, but it doesn’t have to be. For example, you might be good at graphic design, singing, or basketball.</a:t>
            </a:r>
            <a:endParaRPr/>
          </a:p>
        </p:txBody>
      </p:sp>
      <p:sp>
        <p:nvSpPr>
          <p:cNvPr id="516" name="Google Shape;516;p51"/>
          <p:cNvSpPr txBox="1"/>
          <p:nvPr>
            <p:ph idx="14" type="subTitle"/>
          </p:nvPr>
        </p:nvSpPr>
        <p:spPr>
          <a:xfrm>
            <a:off x="4813700" y="3449150"/>
            <a:ext cx="1711800" cy="16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Name a skill</a:t>
            </a:r>
            <a:endParaRPr/>
          </a:p>
        </p:txBody>
      </p:sp>
      <p:sp>
        <p:nvSpPr>
          <p:cNvPr id="517" name="Google Shape;517;p51"/>
          <p:cNvSpPr txBox="1"/>
          <p:nvPr>
            <p:ph idx="15" type="body"/>
          </p:nvPr>
        </p:nvSpPr>
        <p:spPr>
          <a:xfrm>
            <a:off x="4813700" y="3656900"/>
            <a:ext cx="1711800" cy="769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Talk about an area of expertise.</a:t>
            </a:r>
            <a:br>
              <a:rPr lang="en"/>
            </a:br>
            <a:r>
              <a:rPr lang="en"/>
              <a:t>It can be related to your job, but it doesn’t have to be. For example, you might be good at graphic design, singing, or basketball.</a:t>
            </a:r>
            <a:endParaRPr/>
          </a:p>
        </p:txBody>
      </p:sp>
      <p:sp>
        <p:nvSpPr>
          <p:cNvPr id="518" name="Google Shape;518;p51"/>
          <p:cNvSpPr txBox="1"/>
          <p:nvPr>
            <p:ph idx="16" type="subTitle"/>
          </p:nvPr>
        </p:nvSpPr>
        <p:spPr>
          <a:xfrm>
            <a:off x="6999550" y="1604000"/>
            <a:ext cx="1711800" cy="16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Name a skill</a:t>
            </a:r>
            <a:endParaRPr/>
          </a:p>
        </p:txBody>
      </p:sp>
      <p:sp>
        <p:nvSpPr>
          <p:cNvPr id="519" name="Google Shape;519;p51"/>
          <p:cNvSpPr txBox="1"/>
          <p:nvPr>
            <p:ph idx="17" type="body"/>
          </p:nvPr>
        </p:nvSpPr>
        <p:spPr>
          <a:xfrm>
            <a:off x="6999550" y="1811750"/>
            <a:ext cx="1711800" cy="769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Talk about an area of expertise.</a:t>
            </a:r>
            <a:br>
              <a:rPr lang="en"/>
            </a:br>
            <a:r>
              <a:rPr lang="en"/>
              <a:t>It can be related to your job, but it doesn’t have to be. For example, you might be good at graphic design, singing, or basketball.</a:t>
            </a:r>
            <a:endParaRPr/>
          </a:p>
        </p:txBody>
      </p:sp>
      <p:sp>
        <p:nvSpPr>
          <p:cNvPr id="520" name="Google Shape;520;p51"/>
          <p:cNvSpPr txBox="1"/>
          <p:nvPr>
            <p:ph idx="18" type="subTitle"/>
          </p:nvPr>
        </p:nvSpPr>
        <p:spPr>
          <a:xfrm>
            <a:off x="7005800" y="3449150"/>
            <a:ext cx="1711800" cy="16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Name a skill</a:t>
            </a:r>
            <a:endParaRPr/>
          </a:p>
        </p:txBody>
      </p:sp>
      <p:sp>
        <p:nvSpPr>
          <p:cNvPr id="521" name="Google Shape;521;p51"/>
          <p:cNvSpPr txBox="1"/>
          <p:nvPr>
            <p:ph idx="19" type="body"/>
          </p:nvPr>
        </p:nvSpPr>
        <p:spPr>
          <a:xfrm>
            <a:off x="7005800" y="3656900"/>
            <a:ext cx="1711800" cy="769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Talk about an area of expertise.</a:t>
            </a:r>
            <a:br>
              <a:rPr lang="en"/>
            </a:br>
            <a:r>
              <a:rPr lang="en"/>
              <a:t>It can be related to your job, but it doesn’t have to be. For example, you might be good at graphic design, singing, or basketball.</a:t>
            </a:r>
            <a:endParaRPr/>
          </a:p>
        </p:txBody>
      </p:sp>
      <p:pic>
        <p:nvPicPr>
          <p:cNvPr descr="Basketball icon." id="522" name="Google Shape;522;p51"/>
          <p:cNvPicPr preferRelativeResize="0"/>
          <p:nvPr/>
        </p:nvPicPr>
        <p:blipFill rotWithShape="1">
          <a:blip r:embed="rId3">
            <a:alphaModFix/>
          </a:blip>
          <a:srcRect b="2326" l="2326" r="2336" t="2336"/>
          <a:stretch/>
        </p:blipFill>
        <p:spPr>
          <a:xfrm>
            <a:off x="4856280" y="3152421"/>
            <a:ext cx="216000" cy="216000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Chess pawn icon." id="523" name="Google Shape;523;p51"/>
          <p:cNvPicPr preferRelativeResize="0"/>
          <p:nvPr/>
        </p:nvPicPr>
        <p:blipFill rotWithShape="1">
          <a:blip r:embed="rId4">
            <a:alphaModFix/>
          </a:blip>
          <a:srcRect b="21860" l="31349" r="31843" t="21860"/>
          <a:stretch/>
        </p:blipFill>
        <p:spPr>
          <a:xfrm>
            <a:off x="2684027" y="3126021"/>
            <a:ext cx="168038" cy="2569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gnifying glass icon. " id="524" name="Google Shape;524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50985" y="1289807"/>
            <a:ext cx="245965" cy="2414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echanical pencil icon." id="525" name="Google Shape;525;p51"/>
          <p:cNvPicPr preferRelativeResize="0"/>
          <p:nvPr/>
        </p:nvPicPr>
        <p:blipFill rotWithShape="1">
          <a:blip r:embed="rId6">
            <a:alphaModFix/>
          </a:blip>
          <a:srcRect b="5877" l="5877" r="5885" t="5885"/>
          <a:stretch/>
        </p:blipFill>
        <p:spPr>
          <a:xfrm>
            <a:off x="439637" y="3101930"/>
            <a:ext cx="283930" cy="2839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6" name="Google Shape;526;p51"/>
          <p:cNvGrpSpPr/>
          <p:nvPr/>
        </p:nvGrpSpPr>
        <p:grpSpPr>
          <a:xfrm>
            <a:off x="6949444" y="1234976"/>
            <a:ext cx="384359" cy="351091"/>
            <a:chOff x="6277709" y="4027940"/>
            <a:chExt cx="395106" cy="360944"/>
          </a:xfrm>
        </p:grpSpPr>
        <p:pic>
          <p:nvPicPr>
            <p:cNvPr descr="Puzzle piece icon." id="527" name="Google Shape;527;p51"/>
            <p:cNvPicPr preferRelativeResize="0"/>
            <p:nvPr/>
          </p:nvPicPr>
          <p:blipFill rotWithShape="1">
            <a:blip r:embed="rId7">
              <a:alphaModFix/>
            </a:blip>
            <a:srcRect b="50739" l="12147" r="49009" t="10776"/>
            <a:stretch/>
          </p:blipFill>
          <p:spPr>
            <a:xfrm rot="-2700000">
              <a:off x="6315643" y="4165710"/>
              <a:ext cx="186102" cy="1843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uzzle piece icon." id="528" name="Google Shape;528;p51"/>
            <p:cNvPicPr preferRelativeResize="0"/>
            <p:nvPr/>
          </p:nvPicPr>
          <p:blipFill rotWithShape="1">
            <a:blip r:embed="rId7">
              <a:alphaModFix/>
            </a:blip>
            <a:srcRect b="9193" l="25825" r="42225" t="53959"/>
            <a:stretch/>
          </p:blipFill>
          <p:spPr>
            <a:xfrm rot="-1487266">
              <a:off x="6484703" y="4052564"/>
              <a:ext cx="157328" cy="18144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Ping pong paddles icon." id="529" name="Google Shape;529;p5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6050" y="1234975"/>
            <a:ext cx="351099" cy="3510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ideogame controller icon. " id="530" name="Google Shape;530;p51"/>
          <p:cNvPicPr preferRelativeResize="0"/>
          <p:nvPr/>
        </p:nvPicPr>
        <p:blipFill rotWithShape="1">
          <a:blip r:embed="rId9">
            <a:alphaModFix/>
          </a:blip>
          <a:srcRect b="10828" l="12048" r="12888" t="30545"/>
          <a:stretch/>
        </p:blipFill>
        <p:spPr>
          <a:xfrm>
            <a:off x="4822300" y="1307563"/>
            <a:ext cx="283950" cy="2217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lying kite icon. " id="531" name="Google Shape;531;p51"/>
          <p:cNvPicPr preferRelativeResize="0"/>
          <p:nvPr/>
        </p:nvPicPr>
        <p:blipFill rotWithShape="1">
          <a:blip r:embed="rId10">
            <a:alphaModFix/>
          </a:blip>
          <a:srcRect b="12205" l="30423" r="27804" t="12318"/>
          <a:stretch/>
        </p:blipFill>
        <p:spPr>
          <a:xfrm rot="-1054001">
            <a:off x="7049044" y="3093126"/>
            <a:ext cx="185162" cy="334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52"/>
          <p:cNvSpPr txBox="1"/>
          <p:nvPr>
            <p:ph type="title"/>
          </p:nvPr>
        </p:nvSpPr>
        <p:spPr>
          <a:xfrm>
            <a:off x="137160" y="228600"/>
            <a:ext cx="6480300" cy="7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hobbies and interests</a:t>
            </a:r>
            <a:endParaRPr/>
          </a:p>
        </p:txBody>
      </p:sp>
      <p:pic>
        <p:nvPicPr>
          <p:cNvPr descr="Natural arch in sandstone rock formation." id="537" name="Google Shape;537;p5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734" l="51005" r="2056" t="26620"/>
          <a:stretch/>
        </p:blipFill>
        <p:spPr>
          <a:xfrm>
            <a:off x="228700" y="1186575"/>
            <a:ext cx="1655100" cy="1659600"/>
          </a:xfrm>
          <a:prstGeom prst="teardrop">
            <a:avLst>
              <a:gd fmla="val 100000" name="adj"/>
            </a:avLst>
          </a:prstGeom>
        </p:spPr>
      </p:pic>
      <p:pic>
        <p:nvPicPr>
          <p:cNvPr descr="A low-angle shot of a mountain biker jumping over a boulder. " id="538" name="Google Shape;538;p52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37938" l="46243" r="23350" t="15943"/>
          <a:stretch/>
        </p:blipFill>
        <p:spPr>
          <a:xfrm>
            <a:off x="228600" y="3022029"/>
            <a:ext cx="1655100" cy="1659600"/>
          </a:xfrm>
          <a:prstGeom prst="roundRect">
            <a:avLst>
              <a:gd fmla="val 16667" name="adj"/>
            </a:avLst>
          </a:prstGeom>
        </p:spPr>
      </p:pic>
      <p:pic>
        <p:nvPicPr>
          <p:cNvPr descr="A close-up of a paddle and kayak against a bright sunset sky reflected on a river. " id="539" name="Google Shape;539;p52"/>
          <p:cNvPicPr preferRelativeResize="0"/>
          <p:nvPr>
            <p:ph idx="4" type="pic"/>
          </p:nvPr>
        </p:nvPicPr>
        <p:blipFill rotWithShape="1">
          <a:blip r:embed="rId5">
            <a:alphaModFix/>
          </a:blip>
          <a:srcRect b="0" l="47037" r="23710" t="0"/>
          <a:stretch/>
        </p:blipFill>
        <p:spPr>
          <a:xfrm>
            <a:off x="2040400" y="1186575"/>
            <a:ext cx="1568400" cy="3495000"/>
          </a:xfrm>
          <a:prstGeom prst="roundRect">
            <a:avLst>
              <a:gd fmla="val 16667" name="adj"/>
            </a:avLst>
          </a:prstGeom>
        </p:spPr>
      </p:pic>
      <p:pic>
        <p:nvPicPr>
          <p:cNvPr descr="A woman meditates outdoors, her back to the camera. " id="540" name="Google Shape;540;p52"/>
          <p:cNvPicPr preferRelativeResize="0"/>
          <p:nvPr>
            <p:ph idx="5" type="pic"/>
          </p:nvPr>
        </p:nvPicPr>
        <p:blipFill rotWithShape="1">
          <a:blip r:embed="rId6">
            <a:alphaModFix/>
          </a:blip>
          <a:srcRect b="3110" l="15796" r="20663" t="0"/>
          <a:stretch/>
        </p:blipFill>
        <p:spPr>
          <a:xfrm>
            <a:off x="3759350" y="1186575"/>
            <a:ext cx="3437100" cy="3495000"/>
          </a:xfrm>
          <a:prstGeom prst="roundRect">
            <a:avLst>
              <a:gd fmla="val 16667" name="adj"/>
            </a:avLst>
          </a:prstGeom>
        </p:spPr>
      </p:pic>
      <p:pic>
        <p:nvPicPr>
          <p:cNvPr descr="A close-up of hands tending to plants in a garden. " id="541" name="Google Shape;541;p52"/>
          <p:cNvPicPr preferRelativeResize="0"/>
          <p:nvPr>
            <p:ph idx="6" type="pic"/>
          </p:nvPr>
        </p:nvPicPr>
        <p:blipFill rotWithShape="1">
          <a:blip r:embed="rId7">
            <a:alphaModFix/>
          </a:blip>
          <a:srcRect b="0" l="37065" r="33037" t="0"/>
          <a:stretch/>
        </p:blipFill>
        <p:spPr>
          <a:xfrm>
            <a:off x="7347000" y="1186575"/>
            <a:ext cx="1568400" cy="3495000"/>
          </a:xfrm>
          <a:prstGeom prst="roundRect">
            <a:avLst>
              <a:gd fmla="val 16667" name="adj"/>
            </a:avLst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3"/>
          <p:cNvSpPr txBox="1"/>
          <p:nvPr/>
        </p:nvSpPr>
        <p:spPr>
          <a:xfrm>
            <a:off x="5251975" y="1506900"/>
            <a:ext cx="37851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9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rPr>
              <a:t>Let’s connect! </a:t>
            </a:r>
            <a:endParaRPr b="1" sz="3900"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547" name="Google Shape;547;p53"/>
          <p:cNvSpPr/>
          <p:nvPr/>
        </p:nvSpPr>
        <p:spPr>
          <a:xfrm>
            <a:off x="5356125" y="2338225"/>
            <a:ext cx="461700" cy="3240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facad Flux"/>
              <a:ea typeface="Afacad Flux"/>
              <a:cs typeface="Afacad Flux"/>
              <a:sym typeface="Afacad Flux"/>
            </a:endParaRPr>
          </a:p>
        </p:txBody>
      </p:sp>
      <p:pic>
        <p:nvPicPr>
          <p:cNvPr descr="3D cartoon hand with a thumbs up gesture. " id="548" name="Google Shape;548;p53"/>
          <p:cNvPicPr preferRelativeResize="0"/>
          <p:nvPr/>
        </p:nvPicPr>
        <p:blipFill rotWithShape="1">
          <a:blip r:embed="rId3">
            <a:alphaModFix/>
          </a:blip>
          <a:srcRect b="22480" l="35115" r="32293" t="26867"/>
          <a:stretch/>
        </p:blipFill>
        <p:spPr>
          <a:xfrm>
            <a:off x="5401096" y="2291002"/>
            <a:ext cx="371748" cy="371227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53"/>
          <p:cNvSpPr/>
          <p:nvPr/>
        </p:nvSpPr>
        <p:spPr>
          <a:xfrm>
            <a:off x="5344425" y="2778917"/>
            <a:ext cx="3540300" cy="1858500"/>
          </a:xfrm>
          <a:prstGeom prst="roundRect">
            <a:avLst>
              <a:gd fmla="val 11492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2875" spcFirstLastPara="1" rIns="182875" wrap="square" tIns="228600">
            <a:noAutofit/>
          </a:bodyPr>
          <a:lstStyle/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Share your contact information. </a:t>
            </a:r>
            <a:endParaRPr sz="1600">
              <a:solidFill>
                <a:schemeClr val="lt1"/>
              </a:solidFill>
              <a:latin typeface="Afacad Flux SemiBold"/>
              <a:ea typeface="Afacad Flux SemiBold"/>
              <a:cs typeface="Afacad Flux SemiBold"/>
              <a:sym typeface="Afacad Flux SemiBold"/>
            </a:endParaRPr>
          </a:p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rPr>
              <a:t>This can be your work email, your LinkedIn profile, your phone number – wherever you want team members to reach out. </a:t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pic>
        <p:nvPicPr>
          <p:cNvPr descr="Female footballers celebrate a goal while one of their adversaries looks on. " id="550" name="Google Shape;550;p53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12121" l="0" r="0" t="12121"/>
          <a:stretch/>
        </p:blipFill>
        <p:spPr>
          <a:xfrm>
            <a:off x="0" y="0"/>
            <a:ext cx="9144000" cy="5143500"/>
          </a:xfrm>
          <a:prstGeom prst="roundRect">
            <a:avLst>
              <a:gd fmla="val 16667" name="adj"/>
            </a:avLst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54"/>
          <p:cNvSpPr/>
          <p:nvPr/>
        </p:nvSpPr>
        <p:spPr>
          <a:xfrm>
            <a:off x="6080713" y="1112075"/>
            <a:ext cx="2816400" cy="35718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78636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200"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556" name="Google Shape;556;p54"/>
          <p:cNvSpPr/>
          <p:nvPr/>
        </p:nvSpPr>
        <p:spPr>
          <a:xfrm>
            <a:off x="3163813" y="1112075"/>
            <a:ext cx="2816400" cy="35718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78636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200"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557" name="Google Shape;557;p54"/>
          <p:cNvSpPr/>
          <p:nvPr/>
        </p:nvSpPr>
        <p:spPr>
          <a:xfrm>
            <a:off x="246925" y="1112075"/>
            <a:ext cx="2816400" cy="35718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78636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200"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558" name="Google Shape;558;p54"/>
          <p:cNvSpPr txBox="1"/>
          <p:nvPr>
            <p:ph type="title"/>
          </p:nvPr>
        </p:nvSpPr>
        <p:spPr>
          <a:xfrm>
            <a:off x="137160" y="228600"/>
            <a:ext cx="6480300" cy="7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hobbies and interests</a:t>
            </a:r>
            <a:endParaRPr/>
          </a:p>
        </p:txBody>
      </p:sp>
      <p:sp>
        <p:nvSpPr>
          <p:cNvPr id="559" name="Google Shape;559;p54"/>
          <p:cNvSpPr txBox="1"/>
          <p:nvPr>
            <p:ph idx="1" type="subTitle"/>
          </p:nvPr>
        </p:nvSpPr>
        <p:spPr>
          <a:xfrm>
            <a:off x="3466363" y="2904025"/>
            <a:ext cx="2211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Name an activity</a:t>
            </a:r>
            <a:endParaRPr/>
          </a:p>
        </p:txBody>
      </p:sp>
      <p:sp>
        <p:nvSpPr>
          <p:cNvPr id="560" name="Google Shape;560;p54"/>
          <p:cNvSpPr txBox="1"/>
          <p:nvPr>
            <p:ph idx="3" type="body"/>
          </p:nvPr>
        </p:nvSpPr>
        <p:spPr>
          <a:xfrm>
            <a:off x="3466375" y="3345698"/>
            <a:ext cx="2211300" cy="7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Mention something you enjoy doing in your free time. This could be watching sports, reading books, or playing board games.</a:t>
            </a:r>
            <a:endParaRPr/>
          </a:p>
        </p:txBody>
      </p:sp>
      <p:sp>
        <p:nvSpPr>
          <p:cNvPr id="561" name="Google Shape;561;p54"/>
          <p:cNvSpPr txBox="1"/>
          <p:nvPr>
            <p:ph idx="5" type="subTitle"/>
          </p:nvPr>
        </p:nvSpPr>
        <p:spPr>
          <a:xfrm>
            <a:off x="549463" y="2904013"/>
            <a:ext cx="2211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an activity</a:t>
            </a:r>
            <a:endParaRPr/>
          </a:p>
        </p:txBody>
      </p:sp>
      <p:sp>
        <p:nvSpPr>
          <p:cNvPr id="562" name="Google Shape;562;p54"/>
          <p:cNvSpPr txBox="1"/>
          <p:nvPr>
            <p:ph idx="6" type="body"/>
          </p:nvPr>
        </p:nvSpPr>
        <p:spPr>
          <a:xfrm>
            <a:off x="549475" y="3345685"/>
            <a:ext cx="2211300" cy="7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Mention something you enjoy doing in your free time. This could be watching sports, reading books, or playing board games.</a:t>
            </a:r>
            <a:endParaRPr/>
          </a:p>
        </p:txBody>
      </p:sp>
      <p:sp>
        <p:nvSpPr>
          <p:cNvPr id="563" name="Google Shape;563;p54"/>
          <p:cNvSpPr txBox="1"/>
          <p:nvPr>
            <p:ph idx="8" type="subTitle"/>
          </p:nvPr>
        </p:nvSpPr>
        <p:spPr>
          <a:xfrm>
            <a:off x="6383263" y="2904013"/>
            <a:ext cx="2211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Name an activity</a:t>
            </a:r>
            <a:endParaRPr/>
          </a:p>
        </p:txBody>
      </p:sp>
      <p:sp>
        <p:nvSpPr>
          <p:cNvPr id="564" name="Google Shape;564;p54"/>
          <p:cNvSpPr txBox="1"/>
          <p:nvPr>
            <p:ph idx="9" type="body"/>
          </p:nvPr>
        </p:nvSpPr>
        <p:spPr>
          <a:xfrm>
            <a:off x="6383275" y="3345685"/>
            <a:ext cx="2211300" cy="7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Mention something you enjoy doing in your free time. This could be watching sports, reading books, or playing board games.</a:t>
            </a:r>
            <a:endParaRPr/>
          </a:p>
        </p:txBody>
      </p:sp>
      <p:pic>
        <p:nvPicPr>
          <p:cNvPr descr="A woman paints a white wall. " id="565" name="Google Shape;565;p54"/>
          <p:cNvPicPr preferRelativeResize="0"/>
          <p:nvPr/>
        </p:nvPicPr>
        <p:blipFill rotWithShape="1">
          <a:blip r:embed="rId3">
            <a:alphaModFix/>
          </a:blip>
          <a:srcRect b="62036" l="0" r="50194" t="0"/>
          <a:stretch/>
        </p:blipFill>
        <p:spPr>
          <a:xfrm>
            <a:off x="437425" y="1302575"/>
            <a:ext cx="2435400" cy="1356000"/>
          </a:xfrm>
          <a:prstGeom prst="roundRect">
            <a:avLst>
              <a:gd fmla="val 22465" name="adj"/>
            </a:avLst>
          </a:prstGeom>
          <a:noFill/>
          <a:ln>
            <a:noFill/>
          </a:ln>
        </p:spPr>
      </p:pic>
      <p:pic>
        <p:nvPicPr>
          <p:cNvPr descr="A tent on a grassy stretch of mountain. " id="566" name="Google Shape;566;p54"/>
          <p:cNvPicPr preferRelativeResize="0"/>
          <p:nvPr/>
        </p:nvPicPr>
        <p:blipFill rotWithShape="1">
          <a:blip r:embed="rId4">
            <a:alphaModFix/>
          </a:blip>
          <a:srcRect b="44929" l="47633" r="16346" t="25022"/>
          <a:stretch/>
        </p:blipFill>
        <p:spPr>
          <a:xfrm>
            <a:off x="3354325" y="1302575"/>
            <a:ext cx="2435400" cy="1356000"/>
          </a:xfrm>
          <a:prstGeom prst="roundRect">
            <a:avLst>
              <a:gd fmla="val 22651" name="adj"/>
            </a:avLst>
          </a:prstGeom>
          <a:noFill/>
          <a:ln>
            <a:noFill/>
          </a:ln>
        </p:spPr>
      </p:pic>
      <p:pic>
        <p:nvPicPr>
          <p:cNvPr descr="A close-up of a hand caressing a dog. " id="567" name="Google Shape;567;p54"/>
          <p:cNvPicPr preferRelativeResize="0"/>
          <p:nvPr/>
        </p:nvPicPr>
        <p:blipFill rotWithShape="1">
          <a:blip r:embed="rId5">
            <a:alphaModFix/>
          </a:blip>
          <a:srcRect b="34760" l="20381" r="1531" t="0"/>
          <a:stretch/>
        </p:blipFill>
        <p:spPr>
          <a:xfrm>
            <a:off x="6271225" y="1302575"/>
            <a:ext cx="2435400" cy="1356000"/>
          </a:xfrm>
          <a:prstGeom prst="roundRect">
            <a:avLst>
              <a:gd fmla="val 21114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55"/>
          <p:cNvSpPr/>
          <p:nvPr/>
        </p:nvSpPr>
        <p:spPr>
          <a:xfrm>
            <a:off x="6802850" y="2633225"/>
            <a:ext cx="2112600" cy="2050500"/>
          </a:xfrm>
          <a:prstGeom prst="roundRect">
            <a:avLst>
              <a:gd fmla="val 710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573" name="Google Shape;573;p55"/>
          <p:cNvSpPr/>
          <p:nvPr/>
        </p:nvSpPr>
        <p:spPr>
          <a:xfrm>
            <a:off x="230875" y="2624525"/>
            <a:ext cx="2093700" cy="2059200"/>
          </a:xfrm>
          <a:prstGeom prst="roundRect">
            <a:avLst>
              <a:gd fmla="val 7101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147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574" name="Google Shape;574;p55"/>
          <p:cNvSpPr/>
          <p:nvPr/>
        </p:nvSpPr>
        <p:spPr>
          <a:xfrm>
            <a:off x="4618950" y="457200"/>
            <a:ext cx="2093700" cy="4226400"/>
          </a:xfrm>
          <a:prstGeom prst="roundRect">
            <a:avLst>
              <a:gd fmla="val 7101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575" name="Google Shape;575;p55"/>
          <p:cNvSpPr txBox="1"/>
          <p:nvPr>
            <p:ph type="title"/>
          </p:nvPr>
        </p:nvSpPr>
        <p:spPr>
          <a:xfrm>
            <a:off x="137153" y="228600"/>
            <a:ext cx="4387800" cy="12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Your favorite tools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 the trade</a:t>
            </a:r>
            <a:endParaRPr/>
          </a:p>
        </p:txBody>
      </p:sp>
      <p:sp>
        <p:nvSpPr>
          <p:cNvPr id="576" name="Google Shape;576;p55"/>
          <p:cNvSpPr/>
          <p:nvPr/>
        </p:nvSpPr>
        <p:spPr>
          <a:xfrm>
            <a:off x="4869287" y="4073050"/>
            <a:ext cx="505500" cy="3459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" sz="900">
                <a:solidFill>
                  <a:schemeClr val="lt1"/>
                </a:solidFill>
                <a:latin typeface="Afacad Flux Medium"/>
                <a:ea typeface="Afacad Flux Medium"/>
                <a:cs typeface="Afacad Flux Medium"/>
                <a:sym typeface="Afacad Flux Medium"/>
              </a:rPr>
              <a:t>Logo</a:t>
            </a:r>
            <a:endParaRPr sz="900">
              <a:solidFill>
                <a:schemeClr val="lt1"/>
              </a:solidFill>
              <a:latin typeface="Afacad Flux Medium"/>
              <a:ea typeface="Afacad Flux Medium"/>
              <a:cs typeface="Afacad Flux Medium"/>
              <a:sym typeface="Afacad Flux Medium"/>
            </a:endParaRPr>
          </a:p>
        </p:txBody>
      </p:sp>
      <p:sp>
        <p:nvSpPr>
          <p:cNvPr id="577" name="Google Shape;577;p55"/>
          <p:cNvSpPr/>
          <p:nvPr/>
        </p:nvSpPr>
        <p:spPr>
          <a:xfrm>
            <a:off x="5411999" y="4073050"/>
            <a:ext cx="505500" cy="3459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lt1"/>
                </a:solidFill>
                <a:latin typeface="Afacad Flux Medium"/>
                <a:ea typeface="Afacad Flux Medium"/>
                <a:cs typeface="Afacad Flux Medium"/>
                <a:sym typeface="Afacad Flux Medium"/>
              </a:rPr>
              <a:t>Logo</a:t>
            </a:r>
            <a:endParaRPr sz="900">
              <a:solidFill>
                <a:schemeClr val="lt1"/>
              </a:solidFill>
              <a:latin typeface="Afacad Flux Medium"/>
              <a:ea typeface="Afacad Flux Medium"/>
              <a:cs typeface="Afacad Flux Medium"/>
              <a:sym typeface="Afacad Flux Medium"/>
            </a:endParaRPr>
          </a:p>
        </p:txBody>
      </p:sp>
      <p:sp>
        <p:nvSpPr>
          <p:cNvPr id="578" name="Google Shape;578;p55"/>
          <p:cNvSpPr/>
          <p:nvPr/>
        </p:nvSpPr>
        <p:spPr>
          <a:xfrm>
            <a:off x="5954711" y="4073050"/>
            <a:ext cx="505500" cy="3459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lt1"/>
                </a:solidFill>
                <a:latin typeface="Afacad Flux Medium"/>
                <a:ea typeface="Afacad Flux Medium"/>
                <a:cs typeface="Afacad Flux Medium"/>
                <a:sym typeface="Afacad Flux Medium"/>
              </a:rPr>
              <a:t>Logo</a:t>
            </a:r>
            <a:endParaRPr sz="900">
              <a:solidFill>
                <a:schemeClr val="lt1"/>
              </a:solidFill>
              <a:latin typeface="Afacad Flux Medium"/>
              <a:ea typeface="Afacad Flux Medium"/>
              <a:cs typeface="Afacad Flux Medium"/>
              <a:sym typeface="Afacad Flux Medium"/>
            </a:endParaRPr>
          </a:p>
        </p:txBody>
      </p:sp>
      <p:sp>
        <p:nvSpPr>
          <p:cNvPr id="579" name="Google Shape;579;p55"/>
          <p:cNvSpPr txBox="1"/>
          <p:nvPr>
            <p:ph idx="1" type="body"/>
          </p:nvPr>
        </p:nvSpPr>
        <p:spPr>
          <a:xfrm>
            <a:off x="481825" y="3510500"/>
            <a:ext cx="1652700" cy="895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Talk about a tool or resource that helps you in your everyday work. This can be software, hardware, an app or website — even a life hack.</a:t>
            </a:r>
            <a:endParaRPr/>
          </a:p>
        </p:txBody>
      </p:sp>
      <p:sp>
        <p:nvSpPr>
          <p:cNvPr id="580" name="Google Shape;580;p55"/>
          <p:cNvSpPr txBox="1"/>
          <p:nvPr>
            <p:ph idx="2" type="subTitle"/>
          </p:nvPr>
        </p:nvSpPr>
        <p:spPr>
          <a:xfrm>
            <a:off x="481825" y="2968125"/>
            <a:ext cx="1652700" cy="39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a tool or resource</a:t>
            </a:r>
            <a:endParaRPr/>
          </a:p>
        </p:txBody>
      </p:sp>
      <p:sp>
        <p:nvSpPr>
          <p:cNvPr id="581" name="Google Shape;581;p55"/>
          <p:cNvSpPr txBox="1"/>
          <p:nvPr>
            <p:ph idx="3" type="body"/>
          </p:nvPr>
        </p:nvSpPr>
        <p:spPr>
          <a:xfrm>
            <a:off x="4872175" y="1334475"/>
            <a:ext cx="1652700" cy="895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Talk about a tool or resource that helps you in your everyday work. This can be software, hardware, an app or website — even a life hack.</a:t>
            </a:r>
            <a:endParaRPr/>
          </a:p>
        </p:txBody>
      </p:sp>
      <p:sp>
        <p:nvSpPr>
          <p:cNvPr id="582" name="Google Shape;582;p55"/>
          <p:cNvSpPr txBox="1"/>
          <p:nvPr>
            <p:ph idx="4" type="subTitle"/>
          </p:nvPr>
        </p:nvSpPr>
        <p:spPr>
          <a:xfrm>
            <a:off x="4872175" y="792100"/>
            <a:ext cx="1652700" cy="39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a tool or resource</a:t>
            </a:r>
            <a:endParaRPr/>
          </a:p>
        </p:txBody>
      </p:sp>
      <p:sp>
        <p:nvSpPr>
          <p:cNvPr id="583" name="Google Shape;583;p55"/>
          <p:cNvSpPr txBox="1"/>
          <p:nvPr>
            <p:ph idx="5" type="body"/>
          </p:nvPr>
        </p:nvSpPr>
        <p:spPr>
          <a:xfrm>
            <a:off x="7067425" y="3510500"/>
            <a:ext cx="1652700" cy="895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Talk about a tool or resource that helps you in your everyday work. This can be software, hardware, an app or website — even a life hack.</a:t>
            </a:r>
            <a:endParaRPr/>
          </a:p>
        </p:txBody>
      </p:sp>
      <p:sp>
        <p:nvSpPr>
          <p:cNvPr id="584" name="Google Shape;584;p55"/>
          <p:cNvSpPr txBox="1"/>
          <p:nvPr>
            <p:ph idx="6" type="subTitle"/>
          </p:nvPr>
        </p:nvSpPr>
        <p:spPr>
          <a:xfrm>
            <a:off x="7067425" y="2968125"/>
            <a:ext cx="1652700" cy="39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a tool or resource</a:t>
            </a:r>
            <a:endParaRPr/>
          </a:p>
        </p:txBody>
      </p:sp>
      <p:pic>
        <p:nvPicPr>
          <p:cNvPr descr="A woman writes on a note pad." id="585" name="Google Shape;585;p55"/>
          <p:cNvPicPr preferRelativeResize="0"/>
          <p:nvPr>
            <p:ph idx="7" type="pic"/>
          </p:nvPr>
        </p:nvPicPr>
        <p:blipFill rotWithShape="1">
          <a:blip r:embed="rId3">
            <a:alphaModFix/>
          </a:blip>
          <a:srcRect b="13122" l="0" r="0" t="13115"/>
          <a:stretch/>
        </p:blipFill>
        <p:spPr>
          <a:xfrm>
            <a:off x="6802800" y="457200"/>
            <a:ext cx="2093700" cy="2059200"/>
          </a:xfrm>
          <a:prstGeom prst="teardrop">
            <a:avLst>
              <a:gd fmla="val 100000" name="adj"/>
            </a:avLst>
          </a:prstGeom>
        </p:spPr>
      </p:pic>
      <p:pic>
        <p:nvPicPr>
          <p:cNvPr descr="A woman works in a fashionable container house. " id="586" name="Google Shape;586;p55"/>
          <p:cNvPicPr preferRelativeResize="0"/>
          <p:nvPr>
            <p:ph idx="8" type="pic"/>
          </p:nvPr>
        </p:nvPicPr>
        <p:blipFill rotWithShape="1">
          <a:blip r:embed="rId4">
            <a:alphaModFix/>
          </a:blip>
          <a:srcRect b="0" l="25566" r="17683" t="14566"/>
          <a:stretch/>
        </p:blipFill>
        <p:spPr>
          <a:xfrm flipH="1">
            <a:off x="2423700" y="2628875"/>
            <a:ext cx="2093700" cy="2059200"/>
          </a:xfrm>
          <a:prstGeom prst="teardrop">
            <a:avLst>
              <a:gd fmla="val 100000" name="adj"/>
            </a:avLst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56"/>
          <p:cNvSpPr/>
          <p:nvPr/>
        </p:nvSpPr>
        <p:spPr>
          <a:xfrm>
            <a:off x="246925" y="2728625"/>
            <a:ext cx="2816400" cy="19551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78636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200"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592" name="Google Shape;592;p56"/>
          <p:cNvSpPr/>
          <p:nvPr/>
        </p:nvSpPr>
        <p:spPr>
          <a:xfrm>
            <a:off x="3163800" y="1111975"/>
            <a:ext cx="2816400" cy="19551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78636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200"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593" name="Google Shape;593;p56"/>
          <p:cNvSpPr/>
          <p:nvPr/>
        </p:nvSpPr>
        <p:spPr>
          <a:xfrm>
            <a:off x="6080675" y="2728625"/>
            <a:ext cx="2816400" cy="19551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78636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200"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pic>
        <p:nvPicPr>
          <p:cNvPr descr="Three tennis balls resting on a court. " id="594" name="Google Shape;594;p5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3070" l="0" r="0" t="33070"/>
          <a:stretch/>
        </p:blipFill>
        <p:spPr>
          <a:xfrm>
            <a:off x="3163800" y="3246950"/>
            <a:ext cx="2816400" cy="1436700"/>
          </a:xfrm>
          <a:prstGeom prst="roundRect">
            <a:avLst>
              <a:gd fmla="val 16667" name="adj"/>
            </a:avLst>
          </a:prstGeom>
        </p:spPr>
      </p:pic>
      <p:sp>
        <p:nvSpPr>
          <p:cNvPr id="595" name="Google Shape;595;p56"/>
          <p:cNvSpPr txBox="1"/>
          <p:nvPr>
            <p:ph type="title"/>
          </p:nvPr>
        </p:nvSpPr>
        <p:spPr>
          <a:xfrm>
            <a:off x="137150" y="228600"/>
            <a:ext cx="5852100" cy="7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Did you know…</a:t>
            </a:r>
            <a:endParaRPr/>
          </a:p>
        </p:txBody>
      </p:sp>
      <p:sp>
        <p:nvSpPr>
          <p:cNvPr id="596" name="Google Shape;596;p56"/>
          <p:cNvSpPr txBox="1"/>
          <p:nvPr>
            <p:ph idx="1" type="body"/>
          </p:nvPr>
        </p:nvSpPr>
        <p:spPr>
          <a:xfrm>
            <a:off x="549475" y="3350701"/>
            <a:ext cx="22113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Share something unusual that makes you, you. It could be a gem of personal trivia, a surprising family connection, or a unique life experience.</a:t>
            </a:r>
            <a:endParaRPr/>
          </a:p>
        </p:txBody>
      </p:sp>
      <p:sp>
        <p:nvSpPr>
          <p:cNvPr id="597" name="Google Shape;597;p56"/>
          <p:cNvSpPr txBox="1"/>
          <p:nvPr>
            <p:ph idx="3" type="body"/>
          </p:nvPr>
        </p:nvSpPr>
        <p:spPr>
          <a:xfrm>
            <a:off x="3466350" y="1734051"/>
            <a:ext cx="22113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Share something unusual that makes you, you. It could be a gem of personal trivia, a surprising family connection, or a unique life experience.</a:t>
            </a:r>
            <a:endParaRPr/>
          </a:p>
        </p:txBody>
      </p:sp>
      <p:sp>
        <p:nvSpPr>
          <p:cNvPr id="598" name="Google Shape;598;p56"/>
          <p:cNvSpPr txBox="1"/>
          <p:nvPr>
            <p:ph idx="4" type="body"/>
          </p:nvPr>
        </p:nvSpPr>
        <p:spPr>
          <a:xfrm>
            <a:off x="6383225" y="3350701"/>
            <a:ext cx="22113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Share something unusual that makes you, you. It could be a gem of personal trivia, a surprising family connection, or a unique life experience.</a:t>
            </a:r>
            <a:endParaRPr/>
          </a:p>
        </p:txBody>
      </p:sp>
      <p:sp>
        <p:nvSpPr>
          <p:cNvPr id="599" name="Google Shape;599;p56"/>
          <p:cNvSpPr txBox="1"/>
          <p:nvPr>
            <p:ph idx="5" type="subTitle"/>
          </p:nvPr>
        </p:nvSpPr>
        <p:spPr>
          <a:xfrm>
            <a:off x="555175" y="2986800"/>
            <a:ext cx="2211300" cy="25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Share a fun fact about yourself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56"/>
          <p:cNvSpPr txBox="1"/>
          <p:nvPr>
            <p:ph idx="6" type="subTitle"/>
          </p:nvPr>
        </p:nvSpPr>
        <p:spPr>
          <a:xfrm>
            <a:off x="3473338" y="1372065"/>
            <a:ext cx="2211300" cy="25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Share a fun fact about yourself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56"/>
          <p:cNvSpPr txBox="1"/>
          <p:nvPr>
            <p:ph idx="7" type="subTitle"/>
          </p:nvPr>
        </p:nvSpPr>
        <p:spPr>
          <a:xfrm>
            <a:off x="6391513" y="2989840"/>
            <a:ext cx="2211300" cy="25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Share a fun fact about yourself</a:t>
            </a:r>
            <a:endParaRPr/>
          </a:p>
        </p:txBody>
      </p:sp>
      <p:pic>
        <p:nvPicPr>
          <p:cNvPr descr="A landscape shot of pine trees in a forest. " id="602" name="Google Shape;602;p56"/>
          <p:cNvPicPr preferRelativeResize="0"/>
          <p:nvPr>
            <p:ph idx="8" type="pic"/>
          </p:nvPr>
        </p:nvPicPr>
        <p:blipFill rotWithShape="1">
          <a:blip r:embed="rId4">
            <a:alphaModFix/>
          </a:blip>
          <a:srcRect b="32328" l="0" r="0" t="32325"/>
          <a:stretch/>
        </p:blipFill>
        <p:spPr>
          <a:xfrm>
            <a:off x="228600" y="1111975"/>
            <a:ext cx="2816400" cy="1492800"/>
          </a:xfrm>
          <a:prstGeom prst="roundRect">
            <a:avLst>
              <a:gd fmla="val 16667" name="adj"/>
            </a:avLst>
          </a:prstGeom>
        </p:spPr>
      </p:pic>
      <p:pic>
        <p:nvPicPr>
          <p:cNvPr descr="Three tennis balls resting on a court. " id="603" name="Google Shape;603;p56"/>
          <p:cNvPicPr preferRelativeResize="0"/>
          <p:nvPr>
            <p:ph idx="9" type="pic"/>
          </p:nvPr>
        </p:nvPicPr>
        <p:blipFill rotWithShape="1">
          <a:blip r:embed="rId5">
            <a:alphaModFix/>
          </a:blip>
          <a:srcRect b="10261" l="0" r="0" t="10261"/>
          <a:stretch/>
        </p:blipFill>
        <p:spPr>
          <a:xfrm>
            <a:off x="6099000" y="1111975"/>
            <a:ext cx="2816400" cy="1492800"/>
          </a:xfrm>
          <a:prstGeom prst="roundRect">
            <a:avLst>
              <a:gd fmla="val 16667" name="adj"/>
            </a:avLst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57"/>
          <p:cNvSpPr/>
          <p:nvPr/>
        </p:nvSpPr>
        <p:spPr>
          <a:xfrm>
            <a:off x="4211100" y="1112075"/>
            <a:ext cx="2816400" cy="35718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78539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200"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609" name="Google Shape;609;p57"/>
          <p:cNvSpPr/>
          <p:nvPr/>
        </p:nvSpPr>
        <p:spPr>
          <a:xfrm>
            <a:off x="4541202" y="1672407"/>
            <a:ext cx="679800" cy="4770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facad Flux Medium"/>
              <a:ea typeface="Afacad Flux Medium"/>
              <a:cs typeface="Afacad Flux Medium"/>
              <a:sym typeface="Afacad Flux Medium"/>
            </a:endParaRPr>
          </a:p>
        </p:txBody>
      </p:sp>
      <p:sp>
        <p:nvSpPr>
          <p:cNvPr id="610" name="Google Shape;610;p57"/>
          <p:cNvSpPr/>
          <p:nvPr/>
        </p:nvSpPr>
        <p:spPr>
          <a:xfrm>
            <a:off x="246925" y="3007325"/>
            <a:ext cx="3840600" cy="16767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117597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pic>
        <p:nvPicPr>
          <p:cNvPr descr="Sparkling stars icon." id="611" name="Google Shape;611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1192" y="1384265"/>
            <a:ext cx="871500" cy="9296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man and a woman sit together in a living room. " id="612" name="Google Shape;612;p57"/>
          <p:cNvPicPr preferRelativeResize="0"/>
          <p:nvPr/>
        </p:nvPicPr>
        <p:blipFill rotWithShape="1">
          <a:blip r:embed="rId4">
            <a:alphaModFix/>
          </a:blip>
          <a:srcRect b="36857" l="0" r="0" t="7264"/>
          <a:stretch/>
        </p:blipFill>
        <p:spPr>
          <a:xfrm>
            <a:off x="247000" y="1130775"/>
            <a:ext cx="3840600" cy="1738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ridge crossing a forest landscape. " id="613" name="Google Shape;613;p57"/>
          <p:cNvPicPr preferRelativeResize="0"/>
          <p:nvPr/>
        </p:nvPicPr>
        <p:blipFill rotWithShape="1">
          <a:blip r:embed="rId5">
            <a:alphaModFix/>
          </a:blip>
          <a:srcRect b="0" l="13408" r="13401" t="0"/>
          <a:stretch/>
        </p:blipFill>
        <p:spPr>
          <a:xfrm>
            <a:off x="7158175" y="1126900"/>
            <a:ext cx="1731300" cy="3556800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57"/>
          <p:cNvSpPr/>
          <p:nvPr/>
        </p:nvSpPr>
        <p:spPr>
          <a:xfrm>
            <a:off x="118704" y="1005600"/>
            <a:ext cx="4080430" cy="2001689"/>
          </a:xfrm>
          <a:custGeom>
            <a:rect b="b" l="l" r="r" t="t"/>
            <a:pathLst>
              <a:path extrusionOk="0" h="63672" w="129795">
                <a:moveTo>
                  <a:pt x="116977" y="4147"/>
                </a:moveTo>
                <a:lnTo>
                  <a:pt x="117429" y="4184"/>
                </a:lnTo>
                <a:lnTo>
                  <a:pt x="117920" y="4260"/>
                </a:lnTo>
                <a:lnTo>
                  <a:pt x="118372" y="4335"/>
                </a:lnTo>
                <a:lnTo>
                  <a:pt x="118824" y="4448"/>
                </a:lnTo>
                <a:lnTo>
                  <a:pt x="119277" y="4561"/>
                </a:lnTo>
                <a:lnTo>
                  <a:pt x="119691" y="4712"/>
                </a:lnTo>
                <a:lnTo>
                  <a:pt x="120106" y="4863"/>
                </a:lnTo>
                <a:lnTo>
                  <a:pt x="120935" y="5278"/>
                </a:lnTo>
                <a:lnTo>
                  <a:pt x="121727" y="5730"/>
                </a:lnTo>
                <a:lnTo>
                  <a:pt x="122443" y="6296"/>
                </a:lnTo>
                <a:lnTo>
                  <a:pt x="123084" y="6899"/>
                </a:lnTo>
                <a:lnTo>
                  <a:pt x="123687" y="7540"/>
                </a:lnTo>
                <a:lnTo>
                  <a:pt x="124215" y="8256"/>
                </a:lnTo>
                <a:lnTo>
                  <a:pt x="124705" y="9047"/>
                </a:lnTo>
                <a:lnTo>
                  <a:pt x="125082" y="9839"/>
                </a:lnTo>
                <a:lnTo>
                  <a:pt x="125271" y="10291"/>
                </a:lnTo>
                <a:lnTo>
                  <a:pt x="125421" y="10706"/>
                </a:lnTo>
                <a:lnTo>
                  <a:pt x="125535" y="11159"/>
                </a:lnTo>
                <a:lnTo>
                  <a:pt x="125648" y="11611"/>
                </a:lnTo>
                <a:lnTo>
                  <a:pt x="125723" y="12063"/>
                </a:lnTo>
                <a:lnTo>
                  <a:pt x="125798" y="12553"/>
                </a:lnTo>
                <a:lnTo>
                  <a:pt x="125798" y="13006"/>
                </a:lnTo>
                <a:lnTo>
                  <a:pt x="125836" y="13496"/>
                </a:lnTo>
                <a:lnTo>
                  <a:pt x="125836" y="50176"/>
                </a:lnTo>
                <a:lnTo>
                  <a:pt x="125798" y="50628"/>
                </a:lnTo>
                <a:lnTo>
                  <a:pt x="125798" y="51118"/>
                </a:lnTo>
                <a:lnTo>
                  <a:pt x="125723" y="51570"/>
                </a:lnTo>
                <a:lnTo>
                  <a:pt x="125648" y="52061"/>
                </a:lnTo>
                <a:lnTo>
                  <a:pt x="125535" y="52513"/>
                </a:lnTo>
                <a:lnTo>
                  <a:pt x="125421" y="52928"/>
                </a:lnTo>
                <a:lnTo>
                  <a:pt x="125271" y="53380"/>
                </a:lnTo>
                <a:lnTo>
                  <a:pt x="125082" y="53795"/>
                </a:lnTo>
                <a:lnTo>
                  <a:pt x="124705" y="54624"/>
                </a:lnTo>
                <a:lnTo>
                  <a:pt x="124215" y="55378"/>
                </a:lnTo>
                <a:lnTo>
                  <a:pt x="123687" y="56094"/>
                </a:lnTo>
                <a:lnTo>
                  <a:pt x="123084" y="56773"/>
                </a:lnTo>
                <a:lnTo>
                  <a:pt x="122443" y="57376"/>
                </a:lnTo>
                <a:lnTo>
                  <a:pt x="121727" y="57904"/>
                </a:lnTo>
                <a:lnTo>
                  <a:pt x="120935" y="58394"/>
                </a:lnTo>
                <a:lnTo>
                  <a:pt x="120106" y="58771"/>
                </a:lnTo>
                <a:lnTo>
                  <a:pt x="119691" y="58959"/>
                </a:lnTo>
                <a:lnTo>
                  <a:pt x="119277" y="59072"/>
                </a:lnTo>
                <a:lnTo>
                  <a:pt x="118824" y="59223"/>
                </a:lnTo>
                <a:lnTo>
                  <a:pt x="118372" y="59336"/>
                </a:lnTo>
                <a:lnTo>
                  <a:pt x="117920" y="59412"/>
                </a:lnTo>
                <a:lnTo>
                  <a:pt x="117429" y="59449"/>
                </a:lnTo>
                <a:lnTo>
                  <a:pt x="116977" y="59487"/>
                </a:lnTo>
                <a:lnTo>
                  <a:pt x="116487" y="59525"/>
                </a:lnTo>
                <a:lnTo>
                  <a:pt x="41016" y="59525"/>
                </a:lnTo>
                <a:lnTo>
                  <a:pt x="40526" y="59487"/>
                </a:lnTo>
                <a:lnTo>
                  <a:pt x="40073" y="59449"/>
                </a:lnTo>
                <a:lnTo>
                  <a:pt x="39583" y="59412"/>
                </a:lnTo>
                <a:lnTo>
                  <a:pt x="39131" y="59336"/>
                </a:lnTo>
                <a:lnTo>
                  <a:pt x="38679" y="59223"/>
                </a:lnTo>
                <a:lnTo>
                  <a:pt x="38226" y="59072"/>
                </a:lnTo>
                <a:lnTo>
                  <a:pt x="37812" y="58959"/>
                </a:lnTo>
                <a:lnTo>
                  <a:pt x="37397" y="58771"/>
                </a:lnTo>
                <a:lnTo>
                  <a:pt x="36568" y="58394"/>
                </a:lnTo>
                <a:lnTo>
                  <a:pt x="35776" y="57904"/>
                </a:lnTo>
                <a:lnTo>
                  <a:pt x="35060" y="57376"/>
                </a:lnTo>
                <a:lnTo>
                  <a:pt x="34419" y="56773"/>
                </a:lnTo>
                <a:lnTo>
                  <a:pt x="33816" y="56094"/>
                </a:lnTo>
                <a:lnTo>
                  <a:pt x="33250" y="55378"/>
                </a:lnTo>
                <a:lnTo>
                  <a:pt x="32798" y="54624"/>
                </a:lnTo>
                <a:lnTo>
                  <a:pt x="32421" y="53795"/>
                </a:lnTo>
                <a:lnTo>
                  <a:pt x="32232" y="53380"/>
                </a:lnTo>
                <a:lnTo>
                  <a:pt x="32081" y="52928"/>
                </a:lnTo>
                <a:lnTo>
                  <a:pt x="31968" y="52513"/>
                </a:lnTo>
                <a:lnTo>
                  <a:pt x="31855" y="52061"/>
                </a:lnTo>
                <a:lnTo>
                  <a:pt x="31780" y="51570"/>
                </a:lnTo>
                <a:lnTo>
                  <a:pt x="31704" y="51118"/>
                </a:lnTo>
                <a:lnTo>
                  <a:pt x="31667" y="50628"/>
                </a:lnTo>
                <a:lnTo>
                  <a:pt x="31667" y="50176"/>
                </a:lnTo>
                <a:lnTo>
                  <a:pt x="31667" y="46368"/>
                </a:lnTo>
                <a:lnTo>
                  <a:pt x="31591" y="47084"/>
                </a:lnTo>
                <a:lnTo>
                  <a:pt x="31516" y="47763"/>
                </a:lnTo>
                <a:lnTo>
                  <a:pt x="31403" y="48442"/>
                </a:lnTo>
                <a:lnTo>
                  <a:pt x="31252" y="49120"/>
                </a:lnTo>
                <a:lnTo>
                  <a:pt x="31064" y="49761"/>
                </a:lnTo>
                <a:lnTo>
                  <a:pt x="30837" y="50402"/>
                </a:lnTo>
                <a:lnTo>
                  <a:pt x="30574" y="51043"/>
                </a:lnTo>
                <a:lnTo>
                  <a:pt x="30310" y="51646"/>
                </a:lnTo>
                <a:lnTo>
                  <a:pt x="30008" y="52249"/>
                </a:lnTo>
                <a:lnTo>
                  <a:pt x="29669" y="52852"/>
                </a:lnTo>
                <a:lnTo>
                  <a:pt x="29292" y="53418"/>
                </a:lnTo>
                <a:lnTo>
                  <a:pt x="28915" y="53945"/>
                </a:lnTo>
                <a:lnTo>
                  <a:pt x="28500" y="54473"/>
                </a:lnTo>
                <a:lnTo>
                  <a:pt x="28085" y="54963"/>
                </a:lnTo>
                <a:lnTo>
                  <a:pt x="27633" y="55453"/>
                </a:lnTo>
                <a:lnTo>
                  <a:pt x="27143" y="55906"/>
                </a:lnTo>
                <a:lnTo>
                  <a:pt x="26615" y="56358"/>
                </a:lnTo>
                <a:lnTo>
                  <a:pt x="26125" y="56773"/>
                </a:lnTo>
                <a:lnTo>
                  <a:pt x="25560" y="57150"/>
                </a:lnTo>
                <a:lnTo>
                  <a:pt x="24994" y="57489"/>
                </a:lnTo>
                <a:lnTo>
                  <a:pt x="24429" y="57828"/>
                </a:lnTo>
                <a:lnTo>
                  <a:pt x="23826" y="58130"/>
                </a:lnTo>
                <a:lnTo>
                  <a:pt x="23222" y="58431"/>
                </a:lnTo>
                <a:lnTo>
                  <a:pt x="22582" y="58658"/>
                </a:lnTo>
                <a:lnTo>
                  <a:pt x="21941" y="58884"/>
                </a:lnTo>
                <a:lnTo>
                  <a:pt x="21262" y="59072"/>
                </a:lnTo>
                <a:lnTo>
                  <a:pt x="20621" y="59223"/>
                </a:lnTo>
                <a:lnTo>
                  <a:pt x="19943" y="59336"/>
                </a:lnTo>
                <a:lnTo>
                  <a:pt x="19226" y="59449"/>
                </a:lnTo>
                <a:lnTo>
                  <a:pt x="18548" y="59487"/>
                </a:lnTo>
                <a:lnTo>
                  <a:pt x="17832" y="59525"/>
                </a:lnTo>
                <a:lnTo>
                  <a:pt x="17115" y="59487"/>
                </a:lnTo>
                <a:lnTo>
                  <a:pt x="16399" y="59449"/>
                </a:lnTo>
                <a:lnTo>
                  <a:pt x="15721" y="59336"/>
                </a:lnTo>
                <a:lnTo>
                  <a:pt x="15042" y="59223"/>
                </a:lnTo>
                <a:lnTo>
                  <a:pt x="14363" y="59072"/>
                </a:lnTo>
                <a:lnTo>
                  <a:pt x="13685" y="58884"/>
                </a:lnTo>
                <a:lnTo>
                  <a:pt x="13044" y="58658"/>
                </a:lnTo>
                <a:lnTo>
                  <a:pt x="12441" y="58431"/>
                </a:lnTo>
                <a:lnTo>
                  <a:pt x="11800" y="58130"/>
                </a:lnTo>
                <a:lnTo>
                  <a:pt x="11197" y="57828"/>
                </a:lnTo>
                <a:lnTo>
                  <a:pt x="10631" y="57489"/>
                </a:lnTo>
                <a:lnTo>
                  <a:pt x="10066" y="57150"/>
                </a:lnTo>
                <a:lnTo>
                  <a:pt x="9538" y="56773"/>
                </a:lnTo>
                <a:lnTo>
                  <a:pt x="9010" y="56358"/>
                </a:lnTo>
                <a:lnTo>
                  <a:pt x="8483" y="55906"/>
                </a:lnTo>
                <a:lnTo>
                  <a:pt x="8030" y="55453"/>
                </a:lnTo>
                <a:lnTo>
                  <a:pt x="7578" y="54963"/>
                </a:lnTo>
                <a:lnTo>
                  <a:pt x="7125" y="54473"/>
                </a:lnTo>
                <a:lnTo>
                  <a:pt x="6711" y="53945"/>
                </a:lnTo>
                <a:lnTo>
                  <a:pt x="6334" y="53418"/>
                </a:lnTo>
                <a:lnTo>
                  <a:pt x="5957" y="52852"/>
                </a:lnTo>
                <a:lnTo>
                  <a:pt x="5618" y="52249"/>
                </a:lnTo>
                <a:lnTo>
                  <a:pt x="5316" y="51646"/>
                </a:lnTo>
                <a:lnTo>
                  <a:pt x="5052" y="51043"/>
                </a:lnTo>
                <a:lnTo>
                  <a:pt x="4788" y="50402"/>
                </a:lnTo>
                <a:lnTo>
                  <a:pt x="4600" y="49761"/>
                </a:lnTo>
                <a:lnTo>
                  <a:pt x="4411" y="49120"/>
                </a:lnTo>
                <a:lnTo>
                  <a:pt x="4260" y="48442"/>
                </a:lnTo>
                <a:lnTo>
                  <a:pt x="4110" y="47763"/>
                </a:lnTo>
                <a:lnTo>
                  <a:pt x="4034" y="47084"/>
                </a:lnTo>
                <a:lnTo>
                  <a:pt x="3997" y="46368"/>
                </a:lnTo>
                <a:lnTo>
                  <a:pt x="3959" y="45652"/>
                </a:lnTo>
                <a:lnTo>
                  <a:pt x="3959" y="17982"/>
                </a:lnTo>
                <a:lnTo>
                  <a:pt x="3997" y="17303"/>
                </a:lnTo>
                <a:lnTo>
                  <a:pt x="4034" y="16587"/>
                </a:lnTo>
                <a:lnTo>
                  <a:pt x="4110" y="15908"/>
                </a:lnTo>
                <a:lnTo>
                  <a:pt x="4260" y="15192"/>
                </a:lnTo>
                <a:lnTo>
                  <a:pt x="4411" y="14551"/>
                </a:lnTo>
                <a:lnTo>
                  <a:pt x="4600" y="13873"/>
                </a:lnTo>
                <a:lnTo>
                  <a:pt x="4788" y="13232"/>
                </a:lnTo>
                <a:lnTo>
                  <a:pt x="5052" y="12591"/>
                </a:lnTo>
                <a:lnTo>
                  <a:pt x="5316" y="11988"/>
                </a:lnTo>
                <a:lnTo>
                  <a:pt x="5618" y="11385"/>
                </a:lnTo>
                <a:lnTo>
                  <a:pt x="5957" y="10819"/>
                </a:lnTo>
                <a:lnTo>
                  <a:pt x="6334" y="10254"/>
                </a:lnTo>
                <a:lnTo>
                  <a:pt x="6711" y="9726"/>
                </a:lnTo>
                <a:lnTo>
                  <a:pt x="7125" y="9198"/>
                </a:lnTo>
                <a:lnTo>
                  <a:pt x="7578" y="8670"/>
                </a:lnTo>
                <a:lnTo>
                  <a:pt x="8030" y="8218"/>
                </a:lnTo>
                <a:lnTo>
                  <a:pt x="8483" y="7728"/>
                </a:lnTo>
                <a:lnTo>
                  <a:pt x="9010" y="7313"/>
                </a:lnTo>
                <a:lnTo>
                  <a:pt x="9538" y="6899"/>
                </a:lnTo>
                <a:lnTo>
                  <a:pt x="10066" y="6522"/>
                </a:lnTo>
                <a:lnTo>
                  <a:pt x="10631" y="6145"/>
                </a:lnTo>
                <a:lnTo>
                  <a:pt x="11197" y="5805"/>
                </a:lnTo>
                <a:lnTo>
                  <a:pt x="11800" y="5504"/>
                </a:lnTo>
                <a:lnTo>
                  <a:pt x="12441" y="5240"/>
                </a:lnTo>
                <a:lnTo>
                  <a:pt x="13044" y="4976"/>
                </a:lnTo>
                <a:lnTo>
                  <a:pt x="13685" y="4750"/>
                </a:lnTo>
                <a:lnTo>
                  <a:pt x="14363" y="4599"/>
                </a:lnTo>
                <a:lnTo>
                  <a:pt x="15042" y="4411"/>
                </a:lnTo>
                <a:lnTo>
                  <a:pt x="15721" y="4298"/>
                </a:lnTo>
                <a:lnTo>
                  <a:pt x="16399" y="4222"/>
                </a:lnTo>
                <a:lnTo>
                  <a:pt x="17115" y="4147"/>
                </a:lnTo>
                <a:lnTo>
                  <a:pt x="18548" y="4147"/>
                </a:lnTo>
                <a:lnTo>
                  <a:pt x="19226" y="4222"/>
                </a:lnTo>
                <a:lnTo>
                  <a:pt x="19943" y="4298"/>
                </a:lnTo>
                <a:lnTo>
                  <a:pt x="20621" y="4411"/>
                </a:lnTo>
                <a:lnTo>
                  <a:pt x="21262" y="4599"/>
                </a:lnTo>
                <a:lnTo>
                  <a:pt x="21941" y="4750"/>
                </a:lnTo>
                <a:lnTo>
                  <a:pt x="22582" y="4976"/>
                </a:lnTo>
                <a:lnTo>
                  <a:pt x="23222" y="5240"/>
                </a:lnTo>
                <a:lnTo>
                  <a:pt x="23826" y="5504"/>
                </a:lnTo>
                <a:lnTo>
                  <a:pt x="24429" y="5805"/>
                </a:lnTo>
                <a:lnTo>
                  <a:pt x="24994" y="6145"/>
                </a:lnTo>
                <a:lnTo>
                  <a:pt x="25560" y="6522"/>
                </a:lnTo>
                <a:lnTo>
                  <a:pt x="26125" y="6899"/>
                </a:lnTo>
                <a:lnTo>
                  <a:pt x="26615" y="7313"/>
                </a:lnTo>
                <a:lnTo>
                  <a:pt x="27143" y="7728"/>
                </a:lnTo>
                <a:lnTo>
                  <a:pt x="27633" y="8218"/>
                </a:lnTo>
                <a:lnTo>
                  <a:pt x="28085" y="8670"/>
                </a:lnTo>
                <a:lnTo>
                  <a:pt x="28500" y="9198"/>
                </a:lnTo>
                <a:lnTo>
                  <a:pt x="28915" y="9726"/>
                </a:lnTo>
                <a:lnTo>
                  <a:pt x="29292" y="10254"/>
                </a:lnTo>
                <a:lnTo>
                  <a:pt x="29669" y="10819"/>
                </a:lnTo>
                <a:lnTo>
                  <a:pt x="30008" y="11385"/>
                </a:lnTo>
                <a:lnTo>
                  <a:pt x="30310" y="11988"/>
                </a:lnTo>
                <a:lnTo>
                  <a:pt x="30574" y="12591"/>
                </a:lnTo>
                <a:lnTo>
                  <a:pt x="30837" y="13232"/>
                </a:lnTo>
                <a:lnTo>
                  <a:pt x="31064" y="13873"/>
                </a:lnTo>
                <a:lnTo>
                  <a:pt x="31252" y="14551"/>
                </a:lnTo>
                <a:lnTo>
                  <a:pt x="31403" y="15192"/>
                </a:lnTo>
                <a:lnTo>
                  <a:pt x="31516" y="15908"/>
                </a:lnTo>
                <a:lnTo>
                  <a:pt x="31591" y="16587"/>
                </a:lnTo>
                <a:lnTo>
                  <a:pt x="31667" y="17303"/>
                </a:lnTo>
                <a:lnTo>
                  <a:pt x="31667" y="13496"/>
                </a:lnTo>
                <a:lnTo>
                  <a:pt x="31667" y="13006"/>
                </a:lnTo>
                <a:lnTo>
                  <a:pt x="31704" y="12553"/>
                </a:lnTo>
                <a:lnTo>
                  <a:pt x="31780" y="12063"/>
                </a:lnTo>
                <a:lnTo>
                  <a:pt x="31855" y="11611"/>
                </a:lnTo>
                <a:lnTo>
                  <a:pt x="31968" y="11159"/>
                </a:lnTo>
                <a:lnTo>
                  <a:pt x="32081" y="10706"/>
                </a:lnTo>
                <a:lnTo>
                  <a:pt x="32232" y="10291"/>
                </a:lnTo>
                <a:lnTo>
                  <a:pt x="32421" y="9839"/>
                </a:lnTo>
                <a:lnTo>
                  <a:pt x="32798" y="9047"/>
                </a:lnTo>
                <a:lnTo>
                  <a:pt x="33250" y="8256"/>
                </a:lnTo>
                <a:lnTo>
                  <a:pt x="33816" y="7540"/>
                </a:lnTo>
                <a:lnTo>
                  <a:pt x="34419" y="6899"/>
                </a:lnTo>
                <a:lnTo>
                  <a:pt x="35060" y="6296"/>
                </a:lnTo>
                <a:lnTo>
                  <a:pt x="35776" y="5730"/>
                </a:lnTo>
                <a:lnTo>
                  <a:pt x="36568" y="5278"/>
                </a:lnTo>
                <a:lnTo>
                  <a:pt x="37397" y="4863"/>
                </a:lnTo>
                <a:lnTo>
                  <a:pt x="37812" y="4712"/>
                </a:lnTo>
                <a:lnTo>
                  <a:pt x="38226" y="4561"/>
                </a:lnTo>
                <a:lnTo>
                  <a:pt x="38679" y="4448"/>
                </a:lnTo>
                <a:lnTo>
                  <a:pt x="39131" y="4335"/>
                </a:lnTo>
                <a:lnTo>
                  <a:pt x="39583" y="4260"/>
                </a:lnTo>
                <a:lnTo>
                  <a:pt x="40073" y="4184"/>
                </a:lnTo>
                <a:lnTo>
                  <a:pt x="40526" y="4147"/>
                </a:lnTo>
                <a:close/>
                <a:moveTo>
                  <a:pt x="1" y="0"/>
                </a:moveTo>
                <a:lnTo>
                  <a:pt x="1" y="63671"/>
                </a:lnTo>
                <a:lnTo>
                  <a:pt x="129794" y="63671"/>
                </a:lnTo>
                <a:lnTo>
                  <a:pt x="12979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57"/>
          <p:cNvSpPr/>
          <p:nvPr/>
        </p:nvSpPr>
        <p:spPr>
          <a:xfrm>
            <a:off x="7036647" y="953700"/>
            <a:ext cx="1967218" cy="3731795"/>
          </a:xfrm>
          <a:custGeom>
            <a:rect b="b" l="l" r="r" t="t"/>
            <a:pathLst>
              <a:path extrusionOk="0" h="119427" w="62956">
                <a:moveTo>
                  <a:pt x="0" y="1"/>
                </a:moveTo>
                <a:lnTo>
                  <a:pt x="0" y="119427"/>
                </a:lnTo>
                <a:lnTo>
                  <a:pt x="3996" y="119427"/>
                </a:lnTo>
                <a:lnTo>
                  <a:pt x="3996" y="89834"/>
                </a:lnTo>
                <a:lnTo>
                  <a:pt x="4034" y="88515"/>
                </a:lnTo>
                <a:lnTo>
                  <a:pt x="4109" y="87195"/>
                </a:lnTo>
                <a:lnTo>
                  <a:pt x="4260" y="85876"/>
                </a:lnTo>
                <a:lnTo>
                  <a:pt x="4486" y="84594"/>
                </a:lnTo>
                <a:lnTo>
                  <a:pt x="4750" y="83312"/>
                </a:lnTo>
                <a:lnTo>
                  <a:pt x="5089" y="82106"/>
                </a:lnTo>
                <a:lnTo>
                  <a:pt x="5466" y="80862"/>
                </a:lnTo>
                <a:lnTo>
                  <a:pt x="5919" y="79693"/>
                </a:lnTo>
                <a:lnTo>
                  <a:pt x="6409" y="78525"/>
                </a:lnTo>
                <a:lnTo>
                  <a:pt x="6974" y="77394"/>
                </a:lnTo>
                <a:lnTo>
                  <a:pt x="7577" y="76263"/>
                </a:lnTo>
                <a:lnTo>
                  <a:pt x="8218" y="75207"/>
                </a:lnTo>
                <a:lnTo>
                  <a:pt x="8897" y="74152"/>
                </a:lnTo>
                <a:lnTo>
                  <a:pt x="9651" y="73134"/>
                </a:lnTo>
                <a:lnTo>
                  <a:pt x="10405" y="72154"/>
                </a:lnTo>
                <a:lnTo>
                  <a:pt x="11234" y="71249"/>
                </a:lnTo>
                <a:lnTo>
                  <a:pt x="12101" y="70344"/>
                </a:lnTo>
                <a:lnTo>
                  <a:pt x="13006" y="69477"/>
                </a:lnTo>
                <a:lnTo>
                  <a:pt x="13948" y="68648"/>
                </a:lnTo>
                <a:lnTo>
                  <a:pt x="14928" y="67894"/>
                </a:lnTo>
                <a:lnTo>
                  <a:pt x="15946" y="67140"/>
                </a:lnTo>
                <a:lnTo>
                  <a:pt x="17002" y="66462"/>
                </a:lnTo>
                <a:lnTo>
                  <a:pt x="18095" y="65821"/>
                </a:lnTo>
                <a:lnTo>
                  <a:pt x="19188" y="65255"/>
                </a:lnTo>
                <a:lnTo>
                  <a:pt x="20319" y="64690"/>
                </a:lnTo>
                <a:lnTo>
                  <a:pt x="21488" y="64237"/>
                </a:lnTo>
                <a:lnTo>
                  <a:pt x="22694" y="63785"/>
                </a:lnTo>
                <a:lnTo>
                  <a:pt x="23938" y="63408"/>
                </a:lnTo>
                <a:lnTo>
                  <a:pt x="25182" y="63069"/>
                </a:lnTo>
                <a:lnTo>
                  <a:pt x="26426" y="62805"/>
                </a:lnTo>
                <a:lnTo>
                  <a:pt x="27708" y="62616"/>
                </a:lnTo>
                <a:lnTo>
                  <a:pt x="29027" y="62466"/>
                </a:lnTo>
                <a:lnTo>
                  <a:pt x="13458" y="62466"/>
                </a:lnTo>
                <a:lnTo>
                  <a:pt x="12968" y="62428"/>
                </a:lnTo>
                <a:lnTo>
                  <a:pt x="12440" y="62353"/>
                </a:lnTo>
                <a:lnTo>
                  <a:pt x="11950" y="62277"/>
                </a:lnTo>
                <a:lnTo>
                  <a:pt x="11460" y="62164"/>
                </a:lnTo>
                <a:lnTo>
                  <a:pt x="11008" y="62013"/>
                </a:lnTo>
                <a:lnTo>
                  <a:pt x="10555" y="61862"/>
                </a:lnTo>
                <a:lnTo>
                  <a:pt x="10103" y="61674"/>
                </a:lnTo>
                <a:lnTo>
                  <a:pt x="9651" y="61485"/>
                </a:lnTo>
                <a:lnTo>
                  <a:pt x="9198" y="61259"/>
                </a:lnTo>
                <a:lnTo>
                  <a:pt x="8784" y="61033"/>
                </a:lnTo>
                <a:lnTo>
                  <a:pt x="8407" y="60769"/>
                </a:lnTo>
                <a:lnTo>
                  <a:pt x="7992" y="60468"/>
                </a:lnTo>
                <a:lnTo>
                  <a:pt x="7615" y="60166"/>
                </a:lnTo>
                <a:lnTo>
                  <a:pt x="7276" y="59864"/>
                </a:lnTo>
                <a:lnTo>
                  <a:pt x="6899" y="59525"/>
                </a:lnTo>
                <a:lnTo>
                  <a:pt x="6597" y="59186"/>
                </a:lnTo>
                <a:lnTo>
                  <a:pt x="6258" y="58847"/>
                </a:lnTo>
                <a:lnTo>
                  <a:pt x="5956" y="58470"/>
                </a:lnTo>
                <a:lnTo>
                  <a:pt x="5692" y="58055"/>
                </a:lnTo>
                <a:lnTo>
                  <a:pt x="5428" y="57640"/>
                </a:lnTo>
                <a:lnTo>
                  <a:pt x="5202" y="57226"/>
                </a:lnTo>
                <a:lnTo>
                  <a:pt x="4976" y="56811"/>
                </a:lnTo>
                <a:lnTo>
                  <a:pt x="4788" y="56359"/>
                </a:lnTo>
                <a:lnTo>
                  <a:pt x="4599" y="55906"/>
                </a:lnTo>
                <a:lnTo>
                  <a:pt x="4448" y="55454"/>
                </a:lnTo>
                <a:lnTo>
                  <a:pt x="4298" y="54964"/>
                </a:lnTo>
                <a:lnTo>
                  <a:pt x="4184" y="54474"/>
                </a:lnTo>
                <a:lnTo>
                  <a:pt x="4109" y="53984"/>
                </a:lnTo>
                <a:lnTo>
                  <a:pt x="4034" y="53494"/>
                </a:lnTo>
                <a:lnTo>
                  <a:pt x="3996" y="53003"/>
                </a:lnTo>
                <a:lnTo>
                  <a:pt x="3996" y="52476"/>
                </a:lnTo>
                <a:lnTo>
                  <a:pt x="3996" y="15381"/>
                </a:lnTo>
                <a:lnTo>
                  <a:pt x="3996" y="14853"/>
                </a:lnTo>
                <a:lnTo>
                  <a:pt x="4034" y="14363"/>
                </a:lnTo>
                <a:lnTo>
                  <a:pt x="4109" y="13836"/>
                </a:lnTo>
                <a:lnTo>
                  <a:pt x="4184" y="13346"/>
                </a:lnTo>
                <a:lnTo>
                  <a:pt x="4298" y="12893"/>
                </a:lnTo>
                <a:lnTo>
                  <a:pt x="4448" y="12403"/>
                </a:lnTo>
                <a:lnTo>
                  <a:pt x="4599" y="11951"/>
                </a:lnTo>
                <a:lnTo>
                  <a:pt x="4788" y="11498"/>
                </a:lnTo>
                <a:lnTo>
                  <a:pt x="4976" y="11046"/>
                </a:lnTo>
                <a:lnTo>
                  <a:pt x="5202" y="10594"/>
                </a:lnTo>
                <a:lnTo>
                  <a:pt x="5428" y="10179"/>
                </a:lnTo>
                <a:lnTo>
                  <a:pt x="5692" y="9802"/>
                </a:lnTo>
                <a:lnTo>
                  <a:pt x="5956" y="9387"/>
                </a:lnTo>
                <a:lnTo>
                  <a:pt x="6258" y="9010"/>
                </a:lnTo>
                <a:lnTo>
                  <a:pt x="6597" y="8671"/>
                </a:lnTo>
                <a:lnTo>
                  <a:pt x="6899" y="8294"/>
                </a:lnTo>
                <a:lnTo>
                  <a:pt x="7276" y="7992"/>
                </a:lnTo>
                <a:lnTo>
                  <a:pt x="7615" y="7653"/>
                </a:lnTo>
                <a:lnTo>
                  <a:pt x="7992" y="7352"/>
                </a:lnTo>
                <a:lnTo>
                  <a:pt x="8407" y="7088"/>
                </a:lnTo>
                <a:lnTo>
                  <a:pt x="8784" y="6824"/>
                </a:lnTo>
                <a:lnTo>
                  <a:pt x="9198" y="6598"/>
                </a:lnTo>
                <a:lnTo>
                  <a:pt x="9651" y="6371"/>
                </a:lnTo>
                <a:lnTo>
                  <a:pt x="10103" y="6183"/>
                </a:lnTo>
                <a:lnTo>
                  <a:pt x="10555" y="5994"/>
                </a:lnTo>
                <a:lnTo>
                  <a:pt x="11008" y="5844"/>
                </a:lnTo>
                <a:lnTo>
                  <a:pt x="11460" y="5693"/>
                </a:lnTo>
                <a:lnTo>
                  <a:pt x="11950" y="5580"/>
                </a:lnTo>
                <a:lnTo>
                  <a:pt x="12440" y="5504"/>
                </a:lnTo>
                <a:lnTo>
                  <a:pt x="12968" y="5429"/>
                </a:lnTo>
                <a:lnTo>
                  <a:pt x="13458" y="5391"/>
                </a:lnTo>
                <a:lnTo>
                  <a:pt x="49497" y="5391"/>
                </a:lnTo>
                <a:lnTo>
                  <a:pt x="49987" y="5429"/>
                </a:lnTo>
                <a:lnTo>
                  <a:pt x="50477" y="5504"/>
                </a:lnTo>
                <a:lnTo>
                  <a:pt x="51005" y="5580"/>
                </a:lnTo>
                <a:lnTo>
                  <a:pt x="51458" y="5693"/>
                </a:lnTo>
                <a:lnTo>
                  <a:pt x="51948" y="5844"/>
                </a:lnTo>
                <a:lnTo>
                  <a:pt x="52400" y="5994"/>
                </a:lnTo>
                <a:lnTo>
                  <a:pt x="52852" y="6183"/>
                </a:lnTo>
                <a:lnTo>
                  <a:pt x="53305" y="6371"/>
                </a:lnTo>
                <a:lnTo>
                  <a:pt x="53719" y="6598"/>
                </a:lnTo>
                <a:lnTo>
                  <a:pt x="54134" y="6824"/>
                </a:lnTo>
                <a:lnTo>
                  <a:pt x="54549" y="7088"/>
                </a:lnTo>
                <a:lnTo>
                  <a:pt x="54964" y="7352"/>
                </a:lnTo>
                <a:lnTo>
                  <a:pt x="55341" y="7653"/>
                </a:lnTo>
                <a:lnTo>
                  <a:pt x="55680" y="7992"/>
                </a:lnTo>
                <a:lnTo>
                  <a:pt x="56019" y="8294"/>
                </a:lnTo>
                <a:lnTo>
                  <a:pt x="56358" y="8671"/>
                </a:lnTo>
                <a:lnTo>
                  <a:pt x="56698" y="9010"/>
                </a:lnTo>
                <a:lnTo>
                  <a:pt x="56962" y="9387"/>
                </a:lnTo>
                <a:lnTo>
                  <a:pt x="57263" y="9802"/>
                </a:lnTo>
                <a:lnTo>
                  <a:pt x="57527" y="10179"/>
                </a:lnTo>
                <a:lnTo>
                  <a:pt x="57753" y="10594"/>
                </a:lnTo>
                <a:lnTo>
                  <a:pt x="57979" y="11046"/>
                </a:lnTo>
                <a:lnTo>
                  <a:pt x="58168" y="11498"/>
                </a:lnTo>
                <a:lnTo>
                  <a:pt x="58356" y="11951"/>
                </a:lnTo>
                <a:lnTo>
                  <a:pt x="58507" y="12403"/>
                </a:lnTo>
                <a:lnTo>
                  <a:pt x="58658" y="12893"/>
                </a:lnTo>
                <a:lnTo>
                  <a:pt x="58771" y="13346"/>
                </a:lnTo>
                <a:lnTo>
                  <a:pt x="58846" y="13836"/>
                </a:lnTo>
                <a:lnTo>
                  <a:pt x="58922" y="14363"/>
                </a:lnTo>
                <a:lnTo>
                  <a:pt x="58960" y="14853"/>
                </a:lnTo>
                <a:lnTo>
                  <a:pt x="58960" y="15381"/>
                </a:lnTo>
                <a:lnTo>
                  <a:pt x="58960" y="52476"/>
                </a:lnTo>
                <a:lnTo>
                  <a:pt x="58960" y="53003"/>
                </a:lnTo>
                <a:lnTo>
                  <a:pt x="58922" y="53494"/>
                </a:lnTo>
                <a:lnTo>
                  <a:pt x="58846" y="53984"/>
                </a:lnTo>
                <a:lnTo>
                  <a:pt x="58771" y="54474"/>
                </a:lnTo>
                <a:lnTo>
                  <a:pt x="58658" y="54964"/>
                </a:lnTo>
                <a:lnTo>
                  <a:pt x="58507" y="55454"/>
                </a:lnTo>
                <a:lnTo>
                  <a:pt x="58356" y="55906"/>
                </a:lnTo>
                <a:lnTo>
                  <a:pt x="58168" y="56359"/>
                </a:lnTo>
                <a:lnTo>
                  <a:pt x="57979" y="56811"/>
                </a:lnTo>
                <a:lnTo>
                  <a:pt x="57753" y="57226"/>
                </a:lnTo>
                <a:lnTo>
                  <a:pt x="57527" y="57640"/>
                </a:lnTo>
                <a:lnTo>
                  <a:pt x="57263" y="58055"/>
                </a:lnTo>
                <a:lnTo>
                  <a:pt x="56962" y="58470"/>
                </a:lnTo>
                <a:lnTo>
                  <a:pt x="56698" y="58847"/>
                </a:lnTo>
                <a:lnTo>
                  <a:pt x="56358" y="59186"/>
                </a:lnTo>
                <a:lnTo>
                  <a:pt x="56019" y="59525"/>
                </a:lnTo>
                <a:lnTo>
                  <a:pt x="55680" y="59864"/>
                </a:lnTo>
                <a:lnTo>
                  <a:pt x="55341" y="60166"/>
                </a:lnTo>
                <a:lnTo>
                  <a:pt x="54964" y="60468"/>
                </a:lnTo>
                <a:lnTo>
                  <a:pt x="54549" y="60769"/>
                </a:lnTo>
                <a:lnTo>
                  <a:pt x="54134" y="61033"/>
                </a:lnTo>
                <a:lnTo>
                  <a:pt x="53719" y="61259"/>
                </a:lnTo>
                <a:lnTo>
                  <a:pt x="53305" y="61485"/>
                </a:lnTo>
                <a:lnTo>
                  <a:pt x="52852" y="61674"/>
                </a:lnTo>
                <a:lnTo>
                  <a:pt x="52400" y="61862"/>
                </a:lnTo>
                <a:lnTo>
                  <a:pt x="51948" y="62013"/>
                </a:lnTo>
                <a:lnTo>
                  <a:pt x="51458" y="62164"/>
                </a:lnTo>
                <a:lnTo>
                  <a:pt x="51005" y="62277"/>
                </a:lnTo>
                <a:lnTo>
                  <a:pt x="50477" y="62353"/>
                </a:lnTo>
                <a:lnTo>
                  <a:pt x="49987" y="62428"/>
                </a:lnTo>
                <a:lnTo>
                  <a:pt x="49497" y="62466"/>
                </a:lnTo>
                <a:lnTo>
                  <a:pt x="33928" y="62466"/>
                </a:lnTo>
                <a:lnTo>
                  <a:pt x="35210" y="62616"/>
                </a:lnTo>
                <a:lnTo>
                  <a:pt x="36529" y="62805"/>
                </a:lnTo>
                <a:lnTo>
                  <a:pt x="37773" y="63069"/>
                </a:lnTo>
                <a:lnTo>
                  <a:pt x="39017" y="63408"/>
                </a:lnTo>
                <a:lnTo>
                  <a:pt x="40261" y="63785"/>
                </a:lnTo>
                <a:lnTo>
                  <a:pt x="41430" y="64237"/>
                </a:lnTo>
                <a:lnTo>
                  <a:pt x="42599" y="64690"/>
                </a:lnTo>
                <a:lnTo>
                  <a:pt x="43767" y="65255"/>
                </a:lnTo>
                <a:lnTo>
                  <a:pt x="44860" y="65821"/>
                </a:lnTo>
                <a:lnTo>
                  <a:pt x="45954" y="66462"/>
                </a:lnTo>
                <a:lnTo>
                  <a:pt x="47009" y="67140"/>
                </a:lnTo>
                <a:lnTo>
                  <a:pt x="48027" y="67894"/>
                </a:lnTo>
                <a:lnTo>
                  <a:pt x="49007" y="68648"/>
                </a:lnTo>
                <a:lnTo>
                  <a:pt x="49950" y="69477"/>
                </a:lnTo>
                <a:lnTo>
                  <a:pt x="50854" y="70344"/>
                </a:lnTo>
                <a:lnTo>
                  <a:pt x="51722" y="71249"/>
                </a:lnTo>
                <a:lnTo>
                  <a:pt x="52513" y="72154"/>
                </a:lnTo>
                <a:lnTo>
                  <a:pt x="53305" y="73134"/>
                </a:lnTo>
                <a:lnTo>
                  <a:pt x="54059" y="74152"/>
                </a:lnTo>
                <a:lnTo>
                  <a:pt x="54737" y="75207"/>
                </a:lnTo>
                <a:lnTo>
                  <a:pt x="55378" y="76263"/>
                </a:lnTo>
                <a:lnTo>
                  <a:pt x="55981" y="77394"/>
                </a:lnTo>
                <a:lnTo>
                  <a:pt x="56509" y="78525"/>
                </a:lnTo>
                <a:lnTo>
                  <a:pt x="57037" y="79693"/>
                </a:lnTo>
                <a:lnTo>
                  <a:pt x="57452" y="80862"/>
                </a:lnTo>
                <a:lnTo>
                  <a:pt x="57866" y="82106"/>
                </a:lnTo>
                <a:lnTo>
                  <a:pt x="58168" y="83312"/>
                </a:lnTo>
                <a:lnTo>
                  <a:pt x="58469" y="84594"/>
                </a:lnTo>
                <a:lnTo>
                  <a:pt x="58658" y="85876"/>
                </a:lnTo>
                <a:lnTo>
                  <a:pt x="58846" y="87195"/>
                </a:lnTo>
                <a:lnTo>
                  <a:pt x="58922" y="88515"/>
                </a:lnTo>
                <a:lnTo>
                  <a:pt x="58960" y="89834"/>
                </a:lnTo>
                <a:lnTo>
                  <a:pt x="58960" y="119427"/>
                </a:lnTo>
                <a:lnTo>
                  <a:pt x="62955" y="119427"/>
                </a:lnTo>
                <a:lnTo>
                  <a:pt x="6295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616" name="Google Shape;616;p57"/>
          <p:cNvSpPr txBox="1"/>
          <p:nvPr>
            <p:ph type="title"/>
          </p:nvPr>
        </p:nvSpPr>
        <p:spPr>
          <a:xfrm>
            <a:off x="137160" y="228600"/>
            <a:ext cx="6480300" cy="7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Did you know…</a:t>
            </a:r>
            <a:endParaRPr/>
          </a:p>
        </p:txBody>
      </p:sp>
      <p:sp>
        <p:nvSpPr>
          <p:cNvPr id="617" name="Google Shape;617;p57"/>
          <p:cNvSpPr txBox="1"/>
          <p:nvPr>
            <p:ph idx="1" type="body"/>
          </p:nvPr>
        </p:nvSpPr>
        <p:spPr>
          <a:xfrm>
            <a:off x="4541200" y="3027628"/>
            <a:ext cx="2261700" cy="1292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Share something unusual that makes you, you. It could be a gem of personal trivia, a surprising family connection, or a unique life experience.</a:t>
            </a:r>
            <a:endParaRPr/>
          </a:p>
        </p:txBody>
      </p:sp>
      <p:sp>
        <p:nvSpPr>
          <p:cNvPr id="618" name="Google Shape;618;p57"/>
          <p:cNvSpPr txBox="1"/>
          <p:nvPr>
            <p:ph idx="2" type="subTitle"/>
          </p:nvPr>
        </p:nvSpPr>
        <p:spPr>
          <a:xfrm>
            <a:off x="4461225" y="2399875"/>
            <a:ext cx="2199900" cy="67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Share a fun fact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yourself</a:t>
            </a:r>
            <a:endParaRPr/>
          </a:p>
        </p:txBody>
      </p:sp>
      <p:sp>
        <p:nvSpPr>
          <p:cNvPr id="619" name="Google Shape;619;p57"/>
          <p:cNvSpPr txBox="1"/>
          <p:nvPr>
            <p:ph idx="3" type="body"/>
          </p:nvPr>
        </p:nvSpPr>
        <p:spPr>
          <a:xfrm>
            <a:off x="529800" y="3788256"/>
            <a:ext cx="3230400" cy="8955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Share something unusual that makes you, you. It could be a gem of personal trivia, a surprising family connection, or a unique life experience.</a:t>
            </a:r>
            <a:endParaRPr/>
          </a:p>
        </p:txBody>
      </p:sp>
      <p:sp>
        <p:nvSpPr>
          <p:cNvPr id="620" name="Google Shape;620;p57"/>
          <p:cNvSpPr txBox="1"/>
          <p:nvPr>
            <p:ph idx="4" type="subTitle"/>
          </p:nvPr>
        </p:nvSpPr>
        <p:spPr>
          <a:xfrm>
            <a:off x="529800" y="3340283"/>
            <a:ext cx="3153000" cy="3693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Share a fun fact about yourself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58"/>
          <p:cNvSpPr txBox="1"/>
          <p:nvPr>
            <p:ph type="title"/>
          </p:nvPr>
        </p:nvSpPr>
        <p:spPr>
          <a:xfrm>
            <a:off x="143375" y="226075"/>
            <a:ext cx="6471000" cy="12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2"/>
                </a:highlight>
              </a:rPr>
              <a:t>What you want to achieve.</a:t>
            </a:r>
            <a:endParaRPr>
              <a:highlight>
                <a:schemeClr val="lt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you want to be.</a:t>
            </a:r>
            <a:endParaRPr/>
          </a:p>
        </p:txBody>
      </p:sp>
      <p:sp>
        <p:nvSpPr>
          <p:cNvPr id="626" name="Google Shape;626;p58"/>
          <p:cNvSpPr txBox="1"/>
          <p:nvPr>
            <p:ph idx="1" type="body"/>
          </p:nvPr>
        </p:nvSpPr>
        <p:spPr>
          <a:xfrm>
            <a:off x="262950" y="1852175"/>
            <a:ext cx="2311800" cy="2840400"/>
          </a:xfrm>
          <a:prstGeom prst="rect">
            <a:avLst/>
          </a:prstGeom>
        </p:spPr>
        <p:txBody>
          <a:bodyPr anchorCtr="0" anchor="t" bIns="274300" lIns="182875" spcFirstLastPara="1" rIns="182875" wrap="square" tIns="365750">
            <a:normAutofit/>
          </a:bodyPr>
          <a:lstStyle/>
          <a:p>
            <a:pPr indent="0" lvl="0" marL="0" marR="88257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facad Flux SemiBold"/>
                <a:ea typeface="Afacad Flux SemiBold"/>
                <a:cs typeface="Afacad Flux SemiBold"/>
                <a:sym typeface="Afacad Flux SemiBold"/>
              </a:rPr>
              <a:t>Talk</a:t>
            </a:r>
            <a:r>
              <a:rPr lang="en">
                <a:latin typeface="Afacad Flux SemiBold"/>
                <a:ea typeface="Afacad Flux SemiBold"/>
                <a:cs typeface="Afacad Flux SemiBold"/>
                <a:sym typeface="Afacad Flux SemiBold"/>
              </a:rPr>
              <a:t> about a goal, hope or dream</a:t>
            </a:r>
            <a:endParaRPr>
              <a:latin typeface="Afacad Flux SemiBold"/>
              <a:ea typeface="Afacad Flux SemiBold"/>
              <a:cs typeface="Afacad Flux SemiBold"/>
              <a:sym typeface="Afacad Flux SemiBold"/>
            </a:endParaRPr>
          </a:p>
          <a:p>
            <a:pPr indent="0" lvl="0" marL="0" marR="88257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199572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can be related to your work or your new role. </a:t>
            </a:r>
            <a:endParaRPr/>
          </a:p>
          <a:p>
            <a:pPr indent="0" lvl="0" marL="0" marR="199572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199572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it can also be a personal goal, such as a city you’d like to visit or a language you’d like to learn.</a:t>
            </a:r>
            <a:endParaRPr/>
          </a:p>
        </p:txBody>
      </p:sp>
      <p:pic>
        <p:nvPicPr>
          <p:cNvPr descr="Mount Fuji at sunset reflected on a lake. " id="627" name="Google Shape;627;p5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289" l="0" r="0" t="3279"/>
          <a:stretch/>
        </p:blipFill>
        <p:spPr>
          <a:xfrm>
            <a:off x="4424075" y="1895400"/>
            <a:ext cx="4491600" cy="2788200"/>
          </a:xfrm>
          <a:prstGeom prst="roundRect">
            <a:avLst>
              <a:gd fmla="val 16667" name="adj"/>
            </a:avLst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59"/>
          <p:cNvSpPr/>
          <p:nvPr/>
        </p:nvSpPr>
        <p:spPr>
          <a:xfrm>
            <a:off x="338" y="1767275"/>
            <a:ext cx="2236200" cy="2912400"/>
          </a:xfrm>
          <a:prstGeom prst="round1Rect">
            <a:avLst>
              <a:gd fmla="val 2077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228600" marR="88257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633" name="Google Shape;633;p59"/>
          <p:cNvSpPr/>
          <p:nvPr/>
        </p:nvSpPr>
        <p:spPr>
          <a:xfrm flipH="1">
            <a:off x="2302913" y="1767275"/>
            <a:ext cx="2236200" cy="2912400"/>
          </a:xfrm>
          <a:prstGeom prst="round1Rect">
            <a:avLst>
              <a:gd fmla="val 2077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14300" marR="199572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634" name="Google Shape;634;p59"/>
          <p:cNvSpPr/>
          <p:nvPr/>
        </p:nvSpPr>
        <p:spPr>
          <a:xfrm flipH="1">
            <a:off x="6908063" y="1767275"/>
            <a:ext cx="2236200" cy="2912400"/>
          </a:xfrm>
          <a:prstGeom prst="round1Rect">
            <a:avLst>
              <a:gd fmla="val 2077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14300" marR="199572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635" name="Google Shape;635;p59"/>
          <p:cNvSpPr/>
          <p:nvPr/>
        </p:nvSpPr>
        <p:spPr>
          <a:xfrm>
            <a:off x="4605488" y="1767275"/>
            <a:ext cx="2236200" cy="2912400"/>
          </a:xfrm>
          <a:prstGeom prst="round1Rect">
            <a:avLst>
              <a:gd fmla="val 2077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228600" marR="88257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636" name="Google Shape;636;p59"/>
          <p:cNvSpPr txBox="1"/>
          <p:nvPr>
            <p:ph type="title"/>
          </p:nvPr>
        </p:nvSpPr>
        <p:spPr>
          <a:xfrm>
            <a:off x="137160" y="228600"/>
            <a:ext cx="6480300" cy="12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What you want to achieve.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>
                <a:solidFill>
                  <a:schemeClr val="dk2"/>
                </a:solidFill>
              </a:rPr>
              <a:t>Who you want to be.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37" name="Google Shape;637;p59"/>
          <p:cNvSpPr txBox="1"/>
          <p:nvPr>
            <p:ph idx="1" type="subTitle"/>
          </p:nvPr>
        </p:nvSpPr>
        <p:spPr>
          <a:xfrm>
            <a:off x="11275" y="2137575"/>
            <a:ext cx="2236200" cy="25422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/>
          <a:p>
            <a:pPr indent="0" lvl="0" marL="114300" marR="199572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Talk about a goal, hope, or dream</a:t>
            </a:r>
            <a:endParaRPr/>
          </a:p>
          <a:p>
            <a:pPr indent="0" lvl="0" marL="114300" marR="199572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facad Flux"/>
              <a:ea typeface="Afacad Flux"/>
              <a:cs typeface="Afacad Flux"/>
              <a:sym typeface="Afacad Flux"/>
            </a:endParaRPr>
          </a:p>
          <a:p>
            <a:pPr indent="0" lvl="0" marL="114300" marR="199572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facad Flux"/>
                <a:ea typeface="Afacad Flux"/>
                <a:cs typeface="Afacad Flux"/>
                <a:sym typeface="Afacad Flux"/>
              </a:rPr>
              <a:t>It can be related to your work or your new role. </a:t>
            </a:r>
            <a:endParaRPr>
              <a:latin typeface="Afacad Flux"/>
              <a:ea typeface="Afacad Flux"/>
              <a:cs typeface="Afacad Flux"/>
              <a:sym typeface="Afacad Flux"/>
            </a:endParaRPr>
          </a:p>
          <a:p>
            <a:pPr indent="0" lvl="0" marL="114300" marR="199572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facad Flux"/>
              <a:ea typeface="Afacad Flux"/>
              <a:cs typeface="Afacad Flux"/>
              <a:sym typeface="Afacad Flux"/>
            </a:endParaRPr>
          </a:p>
          <a:p>
            <a:pPr indent="0" lvl="0" marL="114300" marR="199572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facad Flux"/>
                <a:ea typeface="Afacad Flux"/>
                <a:cs typeface="Afacad Flux"/>
                <a:sym typeface="Afacad Flux"/>
              </a:rPr>
              <a:t>But it can also be a personal goal, such as a city you’d like to visit or a language you’d like to learn.</a:t>
            </a:r>
            <a:endParaRPr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638" name="Google Shape;638;p59"/>
          <p:cNvSpPr txBox="1"/>
          <p:nvPr>
            <p:ph idx="2" type="subTitle"/>
          </p:nvPr>
        </p:nvSpPr>
        <p:spPr>
          <a:xfrm>
            <a:off x="2277925" y="2137575"/>
            <a:ext cx="2236200" cy="25422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rmAutofit/>
          </a:bodyPr>
          <a:lstStyle/>
          <a:p>
            <a:pPr indent="0" lvl="0" marL="114300" marR="199572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Talk about a goal, hope, or dream</a:t>
            </a:r>
            <a:endParaRPr/>
          </a:p>
          <a:p>
            <a:pPr indent="0" lvl="0" marL="114300" marR="199572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>
              <a:latin typeface="Afacad Flux"/>
              <a:ea typeface="Afacad Flux"/>
              <a:cs typeface="Afacad Flux"/>
              <a:sym typeface="Afacad Flux"/>
            </a:endParaRPr>
          </a:p>
          <a:p>
            <a:pPr indent="0" lvl="0" marL="114300" marR="199572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>
                <a:latin typeface="Afacad Flux"/>
                <a:ea typeface="Afacad Flux"/>
                <a:cs typeface="Afacad Flux"/>
                <a:sym typeface="Afacad Flux"/>
              </a:rPr>
              <a:t>It can be related to your work or your new role. </a:t>
            </a:r>
            <a:endParaRPr>
              <a:latin typeface="Afacad Flux"/>
              <a:ea typeface="Afacad Flux"/>
              <a:cs typeface="Afacad Flux"/>
              <a:sym typeface="Afacad Flux"/>
            </a:endParaRPr>
          </a:p>
          <a:p>
            <a:pPr indent="0" lvl="0" marL="114300" marR="199572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>
              <a:latin typeface="Afacad Flux"/>
              <a:ea typeface="Afacad Flux"/>
              <a:cs typeface="Afacad Flux"/>
              <a:sym typeface="Afacad Flux"/>
            </a:endParaRPr>
          </a:p>
          <a:p>
            <a:pPr indent="0" lvl="0" marL="114300" marR="199572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>
                <a:latin typeface="Afacad Flux"/>
                <a:ea typeface="Afacad Flux"/>
                <a:cs typeface="Afacad Flux"/>
                <a:sym typeface="Afacad Flux"/>
              </a:rPr>
              <a:t>But it can also be a personal goal, such as a city you’d like to visit or a language you’d like to learn.</a:t>
            </a:r>
            <a:endParaRPr/>
          </a:p>
          <a:p>
            <a:pPr indent="0" lvl="0" marL="228600" rtl="0" algn="l"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59"/>
          <p:cNvSpPr txBox="1"/>
          <p:nvPr>
            <p:ph idx="3" type="subTitle"/>
          </p:nvPr>
        </p:nvSpPr>
        <p:spPr>
          <a:xfrm>
            <a:off x="4608238" y="2137575"/>
            <a:ext cx="2236200" cy="25422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rmAutofit/>
          </a:bodyPr>
          <a:lstStyle/>
          <a:p>
            <a:pPr indent="0" lvl="0" marL="114300" marR="199572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Talk about a goal, hope, or dream</a:t>
            </a:r>
            <a:endParaRPr/>
          </a:p>
          <a:p>
            <a:pPr indent="0" lvl="0" marL="114300" marR="199572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>
              <a:latin typeface="Afacad Flux"/>
              <a:ea typeface="Afacad Flux"/>
              <a:cs typeface="Afacad Flux"/>
              <a:sym typeface="Afacad Flux"/>
            </a:endParaRPr>
          </a:p>
          <a:p>
            <a:pPr indent="0" lvl="0" marL="114300" marR="199572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>
                <a:latin typeface="Afacad Flux"/>
                <a:ea typeface="Afacad Flux"/>
                <a:cs typeface="Afacad Flux"/>
                <a:sym typeface="Afacad Flux"/>
              </a:rPr>
              <a:t>It can be related to your work or your new role. </a:t>
            </a:r>
            <a:endParaRPr>
              <a:latin typeface="Afacad Flux"/>
              <a:ea typeface="Afacad Flux"/>
              <a:cs typeface="Afacad Flux"/>
              <a:sym typeface="Afacad Flux"/>
            </a:endParaRPr>
          </a:p>
          <a:p>
            <a:pPr indent="0" lvl="0" marL="114300" marR="199572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>
              <a:latin typeface="Afacad Flux"/>
              <a:ea typeface="Afacad Flux"/>
              <a:cs typeface="Afacad Flux"/>
              <a:sym typeface="Afacad Flux"/>
            </a:endParaRPr>
          </a:p>
          <a:p>
            <a:pPr indent="0" lvl="0" marL="114300" marR="199572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>
                <a:latin typeface="Afacad Flux"/>
                <a:ea typeface="Afacad Flux"/>
                <a:cs typeface="Afacad Flux"/>
                <a:sym typeface="Afacad Flux"/>
              </a:rPr>
              <a:t>But it can also be a personal goal, such as a city you’d like to visit or a language you’d like to learn.</a:t>
            </a:r>
            <a:endParaRPr/>
          </a:p>
          <a:p>
            <a:pPr indent="0" lvl="0" marL="228600" rtl="0" algn="l"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59"/>
          <p:cNvSpPr txBox="1"/>
          <p:nvPr>
            <p:ph idx="4" type="subTitle"/>
          </p:nvPr>
        </p:nvSpPr>
        <p:spPr>
          <a:xfrm>
            <a:off x="6908075" y="2137575"/>
            <a:ext cx="2236200" cy="25422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rmAutofit/>
          </a:bodyPr>
          <a:lstStyle/>
          <a:p>
            <a:pPr indent="0" lvl="0" marL="114300" marR="199572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Talk about a goal, hope, or dream</a:t>
            </a:r>
            <a:endParaRPr/>
          </a:p>
          <a:p>
            <a:pPr indent="0" lvl="0" marL="114300" marR="199572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>
              <a:latin typeface="Afacad Flux"/>
              <a:ea typeface="Afacad Flux"/>
              <a:cs typeface="Afacad Flux"/>
              <a:sym typeface="Afacad Flux"/>
            </a:endParaRPr>
          </a:p>
          <a:p>
            <a:pPr indent="0" lvl="0" marL="114300" marR="199572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>
                <a:latin typeface="Afacad Flux"/>
                <a:ea typeface="Afacad Flux"/>
                <a:cs typeface="Afacad Flux"/>
                <a:sym typeface="Afacad Flux"/>
              </a:rPr>
              <a:t>It can be related to your work or your new role. </a:t>
            </a:r>
            <a:endParaRPr>
              <a:latin typeface="Afacad Flux"/>
              <a:ea typeface="Afacad Flux"/>
              <a:cs typeface="Afacad Flux"/>
              <a:sym typeface="Afacad Flux"/>
            </a:endParaRPr>
          </a:p>
          <a:p>
            <a:pPr indent="0" lvl="0" marL="114300" marR="199572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>
              <a:latin typeface="Afacad Flux"/>
              <a:ea typeface="Afacad Flux"/>
              <a:cs typeface="Afacad Flux"/>
              <a:sym typeface="Afacad Flux"/>
            </a:endParaRPr>
          </a:p>
          <a:p>
            <a:pPr indent="0" lvl="0" marL="114300" marR="199572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>
                <a:latin typeface="Afacad Flux"/>
                <a:ea typeface="Afacad Flux"/>
                <a:cs typeface="Afacad Flux"/>
                <a:sym typeface="Afacad Flux"/>
              </a:rPr>
              <a:t>But it can also be a personal goal, such as a city you’d like to visit or a language you’d like to learn.</a:t>
            </a:r>
            <a:endParaRPr/>
          </a:p>
          <a:p>
            <a:pPr indent="0" lvl="0" marL="228600" rtl="0" algn="l"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60"/>
          <p:cNvSpPr txBox="1"/>
          <p:nvPr>
            <p:ph type="title"/>
          </p:nvPr>
        </p:nvSpPr>
        <p:spPr>
          <a:xfrm>
            <a:off x="228600" y="251550"/>
            <a:ext cx="5591400" cy="1723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Ask 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anything!</a:t>
            </a:r>
            <a:endParaRPr/>
          </a:p>
        </p:txBody>
      </p:sp>
      <p:pic>
        <p:nvPicPr>
          <p:cNvPr descr="3D cartoon hand with finger pointing up." id="646" name="Google Shape;646;p60"/>
          <p:cNvPicPr preferRelativeResize="0"/>
          <p:nvPr/>
        </p:nvPicPr>
        <p:blipFill rotWithShape="1">
          <a:blip r:embed="rId3">
            <a:alphaModFix/>
          </a:blip>
          <a:srcRect b="25926" l="11949" r="11258" t="23237"/>
          <a:stretch/>
        </p:blipFill>
        <p:spPr>
          <a:xfrm rot="1620880">
            <a:off x="5238669" y="2256675"/>
            <a:ext cx="2768462" cy="1832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61"/>
          <p:cNvSpPr txBox="1"/>
          <p:nvPr>
            <p:ph type="title"/>
          </p:nvPr>
        </p:nvSpPr>
        <p:spPr>
          <a:xfrm>
            <a:off x="462225" y="493150"/>
            <a:ext cx="5944800" cy="7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652" name="Google Shape;652;p61"/>
          <p:cNvSpPr txBox="1"/>
          <p:nvPr>
            <p:ph idx="1" type="subTitle"/>
          </p:nvPr>
        </p:nvSpPr>
        <p:spPr>
          <a:xfrm>
            <a:off x="467375" y="2472638"/>
            <a:ext cx="5557200" cy="668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conclude the presentation, write a few words about your future with the team and what you’ll achieve together.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layroom">
  <a:themeElements>
    <a:clrScheme name="Simple Light">
      <a:dk1>
        <a:srgbClr val="EEEEEE"/>
      </a:dk1>
      <a:lt1>
        <a:srgbClr val="000000"/>
      </a:lt1>
      <a:dk2>
        <a:srgbClr val="FFFFFA"/>
      </a:dk2>
      <a:lt2>
        <a:srgbClr val="BC84EE"/>
      </a:lt2>
      <a:accent1>
        <a:srgbClr val="C9F65B"/>
      </a:accent1>
      <a:accent2>
        <a:srgbClr val="FF823A"/>
      </a:accent2>
      <a:accent3>
        <a:srgbClr val="E8D1FF"/>
      </a:accent3>
      <a:accent4>
        <a:srgbClr val="5A6E28"/>
      </a:accent4>
      <a:accent5>
        <a:srgbClr val="DCFD8B"/>
      </a:accent5>
      <a:accent6>
        <a:srgbClr val="FDD5BD"/>
      </a:accent6>
      <a:hlink>
        <a:srgbClr val="68359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